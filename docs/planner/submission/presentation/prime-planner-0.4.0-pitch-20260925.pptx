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ff1e0ee70e47bd" /><Relationship Type="http://schemas.openxmlformats.org/officeDocument/2006/relationships/extended-properties" Target="/docProps/app.xml" Id="Rff55d25a219f483f" /><Relationship Type="http://schemas.openxmlformats.org/officeDocument/2006/relationships/officeDocument" Target="/ppt/presentation.xml" Id="R445aecc3fac4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54551997794b23"/>
  </p:sldMasterIdLst>
  <p:notesMasterIdLst>
    <p:notesMasterId xmlns:r="http://schemas.openxmlformats.org/officeDocument/2006/relationships" r:id="R3ae2725757254a8e"/>
  </p:notesMasterIdLst>
  <p:sldIdLst>
    <p:sldId xmlns:r="http://schemas.openxmlformats.org/officeDocument/2006/relationships" id="256" r:id="Rfc3791856ab54c7c"/>
    <p:sldId xmlns:r="http://schemas.openxmlformats.org/officeDocument/2006/relationships" id="257" r:id="R3a32da1cb66e496b"/>
    <p:sldId xmlns:r="http://schemas.openxmlformats.org/officeDocument/2006/relationships" id="258" r:id="R8cce75135e7640aa"/>
    <p:sldId xmlns:r="http://schemas.openxmlformats.org/officeDocument/2006/relationships" id="259" r:id="R6e0be3b0d4f94bbd"/>
    <p:sldId xmlns:r="http://schemas.openxmlformats.org/officeDocument/2006/relationships" id="260" r:id="Ra296543b70f94a5c"/>
    <p:sldId xmlns:r="http://schemas.openxmlformats.org/officeDocument/2006/relationships" id="261" r:id="R9e8245155842456b"/>
    <p:sldId xmlns:r="http://schemas.openxmlformats.org/officeDocument/2006/relationships" id="262" r:id="Rf2ae100ec6804a40"/>
    <p:sldId xmlns:r="http://schemas.openxmlformats.org/officeDocument/2006/relationships" id="263" r:id="R0b8e70ac5da543cc"/>
    <p:sldId xmlns:r="http://schemas.openxmlformats.org/officeDocument/2006/relationships" id="264" r:id="Rd8f0ebbd20b443e9"/>
    <p:sldId xmlns:r="http://schemas.openxmlformats.org/officeDocument/2006/relationships" id="265" r:id="R02534b9745594b8b"/>
    <p:sldId xmlns:r="http://schemas.openxmlformats.org/officeDocument/2006/relationships" id="266" r:id="R61b5dee2f08a4c1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66046e74e04182" /><Relationship Type="http://schemas.openxmlformats.org/officeDocument/2006/relationships/slideMaster" Target="/ppt/slideMasters/slideMaster1.xml" Id="Rda54551997794b23" /><Relationship Type="http://schemas.openxmlformats.org/officeDocument/2006/relationships/notesMaster" Target="/ppt/notesMasters/notesMaster1.xml" Id="R3ae2725757254a8e" /><Relationship Type="http://schemas.openxmlformats.org/officeDocument/2006/relationships/presProps" Target="/ppt/presProps.xml" Id="R164db6c66ed64009" /><Relationship Type="http://schemas.openxmlformats.org/officeDocument/2006/relationships/viewProps" Target="/ppt/viewProps.xml" Id="R2e63946a427a4ed7" /><Relationship Type="http://schemas.openxmlformats.org/officeDocument/2006/relationships/tableStyles" Target="/ppt/tableStyles.xml" Id="R3e2651eab2c0487e" /><Relationship Type="http://schemas.openxmlformats.org/officeDocument/2006/relationships/slide" Target="/ppt/slides/slide1.xml" Id="Rfc3791856ab54c7c" /><Relationship Type="http://schemas.openxmlformats.org/officeDocument/2006/relationships/slide" Target="/ppt/slides/slide2.xml" Id="R3a32da1cb66e496b" /><Relationship Type="http://schemas.openxmlformats.org/officeDocument/2006/relationships/slide" Target="/ppt/slides/slide3.xml" Id="R8cce75135e7640aa" /><Relationship Type="http://schemas.openxmlformats.org/officeDocument/2006/relationships/slide" Target="/ppt/slides/slide4.xml" Id="R6e0be3b0d4f94bbd" /><Relationship Type="http://schemas.openxmlformats.org/officeDocument/2006/relationships/slide" Target="/ppt/slides/slide5.xml" Id="Ra296543b70f94a5c" /><Relationship Type="http://schemas.openxmlformats.org/officeDocument/2006/relationships/slide" Target="/ppt/slides/slide6.xml" Id="R9e8245155842456b" /><Relationship Type="http://schemas.openxmlformats.org/officeDocument/2006/relationships/slide" Target="/ppt/slides/slide7.xml" Id="Rf2ae100ec6804a40" /><Relationship Type="http://schemas.openxmlformats.org/officeDocument/2006/relationships/slide" Target="/ppt/slides/slide8.xml" Id="R0b8e70ac5da543cc" /><Relationship Type="http://schemas.openxmlformats.org/officeDocument/2006/relationships/slide" Target="/ppt/slides/slide9.xml" Id="Rd8f0ebbd20b443e9" /><Relationship Type="http://schemas.openxmlformats.org/officeDocument/2006/relationships/slide" Target="/ppt/slides/slide10.xml" Id="R02534b9745594b8b" /><Relationship Type="http://schemas.openxmlformats.org/officeDocument/2006/relationships/slide" Target="/ppt/slides/slide11.xml" Id="R61b5dee2f08a4c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a7f927318d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PRIME calm blue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456D91"/>
      </a:accent1>
      <a:accent2>
        <a:srgbClr val="E3EDF6"/>
      </a:accent2>
      <a:accent3>
        <a:srgbClr val="6F91B0"/>
      </a:accent3>
      <a:accent4>
        <a:srgbClr val="8A83D1"/>
      </a:accent4>
      <a:accent5>
        <a:srgbClr val="520977"/>
      </a:accent5>
      <a:accent6>
        <a:srgbClr val="2D1451"/>
      </a:accent6>
      <a:hlink>
        <a:srgbClr val="456D91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PRIME calm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39d2db0c5a405e" /><Relationship Type="http://schemas.openxmlformats.org/officeDocument/2006/relationships/notesMaster" Target="/ppt/notesMasters/notesMaster1.xml" Id="Ra32912a433c144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4644223574370" /><Relationship Type="http://schemas.openxmlformats.org/officeDocument/2006/relationships/notesMaster" Target="/ppt/notesMasters/notesMaster1.xml" Id="Rd6499b32d47a4c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e0dfe779b04f3e" /><Relationship Type="http://schemas.openxmlformats.org/officeDocument/2006/relationships/notesMaster" Target="/ppt/notesMasters/notesMaster1.xml" Id="Rd4d7832c3901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116c4434db4f68" /><Relationship Type="http://schemas.openxmlformats.org/officeDocument/2006/relationships/notesMaster" Target="/ppt/notesMasters/notesMaster1.xml" Id="Ra1983622470b4f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b3fc012854ce7" /><Relationship Type="http://schemas.openxmlformats.org/officeDocument/2006/relationships/notesMaster" Target="/ppt/notesMasters/notesMaster1.xml" Id="R2ba95a2d2e36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4f378b42bc4d57" /><Relationship Type="http://schemas.openxmlformats.org/officeDocument/2006/relationships/notesMaster" Target="/ppt/notesMasters/notesMaster1.xml" Id="R2c01ca0d95a24e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8423d09924327" /><Relationship Type="http://schemas.openxmlformats.org/officeDocument/2006/relationships/notesMaster" Target="/ppt/notesMasters/notesMaster1.xml" Id="R8564cdadf4cc42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7bce19eb3b4264" /><Relationship Type="http://schemas.openxmlformats.org/officeDocument/2006/relationships/notesMaster" Target="/ppt/notesMasters/notesMaster1.xml" Id="Rbf9e8bf3abfa4c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221016171a4313" /><Relationship Type="http://schemas.openxmlformats.org/officeDocument/2006/relationships/notesMaster" Target="/ppt/notesMasters/notesMaster1.xml" Id="Rd0d78294582345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a96491612f4e06" /><Relationship Type="http://schemas.openxmlformats.org/officeDocument/2006/relationships/notesMaster" Target="/ppt/notesMasters/notesMaster1.xml" Id="Ra7e11a40af4f42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f6490ea344edf" /><Relationship Type="http://schemas.openxmlformats.org/officeDocument/2006/relationships/notesMaster" Target="/ppt/notesMasters/notesMaster1.xml" Id="Rbe64076cc71b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Официальное название задачи: docs/geoscan-md/geoscan-track5-tz.md, титульная страница. Логотип Геоскана: https://disk.yandex.ru/d/PXfwjMA16G2aTw, Черные логотипы/Геоскан.png. Оригинальные байты и пропорции сохранены. Команда и контакты предоставлены пользователем 24.09.2026.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Общие сведения подтверждены пользователем: капитан Сергей, Казань, два разработчика. Пользователь попросил не указывать работу/учёбу и не использовать фото. Мотивация: тяга к моделированию объектов в пространстве и их движению. Уникальность описывает сочетание реализованных функций, не утверждает отсутствие аналогов. Источники: SOLUTION-PASSPORT.md, mission-engine.ts, mission-archive.ts.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Данные для публикации в презентации предоставлены пользователем 24.09.2026. Фотографий не будет по прямому указанию пользователя; все фотозаполнители удалены. Место работы/учёбы сознательно не раскрывается по его указанию. Один предоставленный контакт для каждого участника сохранён точно.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Мотивация сформулирована на основе слов пользователя, без выдуманных дат знакомства, предыдущих проектов, работодателей или достижений. Технические сложности подтверждаются docs/planner/airspace-2026-09-24.md, tests/mission-recovery-dispatch.test.ts, tests/mission-cross-operation-safety.test.ts и final VERIFICATION.md.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Текущая версия ядра 0.4.0, проверка 25.09.2026. Камера связана с конкретным БВС. Каталог: 9 профилей. Источники и ограничения: docs/planner/camera-profiles-2026-09-25.md, camera-planning-0.4.0.md. Неизвестные размеры сенсора/растр 801 и Riebo, объектив ZV-E10 не подставляются по догадке. Pollux/NIR не является тепловизором. Интервал 1 с и выдержка 1/1000 с — модельные допущения. Продуктовая ценность является гипотезой: измеренная экономия, клиенты и договорённости о пилоте не заявляются. Пилот и интеграции являются планами.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Planner 0.4.0. Источники: lib/planner/camera-profile.ts, quality.ts, mission-engine.ts, mission-validation.ts и docs/planner/camera-planning-0.4.0.md. Оптика назначенного БВС определяет высоту по GSD, полосу и шаг кадров. Проверяются модельный интервал и поступательный смаз. Одна работа в раскладке использует один оптический профиль; группа состоит из БВС с эквивалентной активной оптикой. Разные профили сравниваются как альтернативы. Поиск ограничен вычислительным бюджетом; глобальная оптимальность не доказана. Реальные калибровка, рельеф, выдержка и частота сохранения требуют проверки.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Planner 0.4.0. Источник: output/playwright/video-demo1-20260925/take-03/solve-response.json. InputHash 7a91f45c0ea73cf8da63cb6803b711a037b7a1f2c340f3fbcc172b340ccd2250. Создан 2026-09-25T08:50:52.016Z. Быстрее закончить: 11,2 мин, 28,6 мин налёта, 3 Gemini с PF1B. Меньше налёт: 17,4 мин, 16,4 мин налёта, 1 Gemini с PF1B. Оба варианта одного входа. Запуск run-1790326339466-csscx завершён в симуляции. Архив проверен: passes-declared-model, flightReady=false. Все результаты модельные, налёт не является прямым измерением износа. Фактический кадр frames/10-plans.png, внешняя область интерфейса обрезана без удаления карточек критериев. Источник ZIP: downloads/demo-01-survey.evidence.zip; SHA-256 128265352e840cb3c139b177b396f75db3acf5fccc340a75b915f5081d13b63f. ТЗ §2 и §4.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Planner 0.4.0, 25.09.2026. Свежая плотная копия Демо 2, не исходное Демо 2. Источник: output/playwright/acceptance-2026-09-25/ui/dense-20260925-browser.result.json: PASS 11/11, errors=[]. inputHash 9b59ea7aa4dccee95ff3487f4a4d87d8ae97eb299b731b6e53fdc3d1a33fafa9. 563.6256132941617 с до завершения (9,4 мин), 748.9906847239306 с налёта (12,5 мин), 2 Gemini: PF1B и Pollux, 3 работы. Критерии дали одинаковый найденный маршрут. Миссия действительно завершена в UI-симуляции, скачаны dense.completed.evidence.zip и индивидуальные маршруты. Перетаскивание базы, сохранение БВС/камер, отказ без границы и восстановление границы проверены. EXTERNAL_OBSTACLES: полный каталог 5164; сегментов 81; точных проверок 32; пересечений защитных контуров в принятой горизонтальной модели не найдено. Аналитическое разнесение использует учебные интервалы, не утверждённый норматив. Фактический кадр dense-plans.png нативно обрезан до карты. Глобальная оптимальность и физический полёт не заявляются.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Planner 0.4.0, 25.09.2026. Источник: output/playwright/acceptance-2026-09-25/ui/demo3-20260925-browser.result.json: PASS 10/10, errors=[]. Исходный inputHash 9ca14b66f0cc842064ab8ec8049e02109a24521c570b0b87df5264625b9bc880: not_found при 26% заряда назначенного БВС; запуск нельзя подтвердить. На слайде фактическая карточка повторного расчёта замены батареи до старта: 26→100%, feasible_model. Это модельная гипотеза, не проверка реальной батареи; будущая замена в полёте не выдумывается. После явного изменения входа repairedHash a173f73f83f46f5e4760b5644ce507d6814b40fd1173a1c697016236fb78af7e исправленная миссия также завершена в UI-симуляции: 484.82103467188966 с, 424.82103467188966 с налёта, 1 БВС. Скачаны диагностический и завершённый ZIP и маршруты. Отказ относится к текущему входу и ограниченному поиску, а не доказывает математическую невозможность.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Planner 0.4.0. Источник: output/playwright/video-demo1-20260925/take-03/solve-response.json. InputHash 7a91f45c0ea73cf8da63cb6803b711a037b7a1f2c340f3fbcc172b340ccd2250. Создан 2026-09-25T08:50:52.016Z. Быстрее закончить: 11,2 мин, 28,6 мин налёта, 3 Gemini с PF1B. Меньше налёт: 17,4 мин, 16,4 мин налёта, 1 Gemini с PF1B. Оба варианта одного входа. Запуск run-1790326339466-csscx завершён в симуляции. Архив проверен: passes-declared-model, flightReady=false. Все результаты модельные, налёт не является прямым измерением износа. На слайде показана строка Демо 1, а не сводка нескольких сценариев. Источник кадра: frames/16-download.png. Реально скачаны ZIP доказательств, KML/GeoJSON маршрутов, отчёт HTML, проверки JSON и MP4 модельной записи; список находится в recording.json. ТЗ §4 требует индивидуальные маршруты. Проверка архива: archive-verification.json. SHA-256 подтверждает целостность, не является электронной подписью. Новые выгрузки не объединяются с прежними версиями. Команда проверки: node --experimental-transform-types scripts/verify-mission-archive.ts &lt;archive.zip&gt;.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Срез 25.09.2026, ядро 0.4.0. output/camera-regression-2026-09-25/full-suite.log: 706 tests, 706 pass, 0 fail/skipped/cancelled/todo. Production build и typecheck: output/submission-validation-20260925/package-docker-build.log; образ sha256:2c4a199ef1ae6f749be17fd9113d831401a7a3d3c5bf3848af5be8ab517f470f. Прежние количественные результаты браузерной приёмки сюда не перенесены. Каталог камер: lib/planner/camera-catalog.ts, 9 записей; наличие записи не подтверждает полноту геометрии или реальную установку. Свежий архив Демо 1: output/playwright/video-demo1-20260925/take-03/archive-verification.json, passes-declared-model, 52 pass / 0 fail / 10 unknown, flightReady=false. Ограничения камеры, реального рельефа и энергетики требуют проверки. Изготовление презентации не является новым прогоном приложения.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f9296ca1f43ec" /><Relationship Type="http://schemas.openxmlformats.org/officeDocument/2006/relationships/image" Target="/ppt/media/image2.png" Id="Ra4e41fafc57a4f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343c818254d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e080da68b44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f5690d1904b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5077fd53640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f318f45d54c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034bab62e4a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7e389aee04c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fda574de243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18bd37fc5433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0bb3b15f64e5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11075c95d4ff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ceb921a504c0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e26b1844f4d5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666eb677a4d1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447095890483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0688a94c34d8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67c6c134c45f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0b55f1a84464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7b650c98147c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546ea70e54bc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ac15a9c3b4f3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feefbecf94719" /></Relationships>
</file>

<file path=ppt/slideLayouts/slideLayout1.xml><?xml version="1.0" encoding="utf-8"?>
<p:sldLayout xmlns:p="http://schemas.openxmlformats.org/presentationml/2006/main" showMasterSp="1" showMasterPhAnim="0" matchingName="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a4e41fafc57a4f3d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1474930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A39B023C-1FE9-4685-B2C1-0D9E13865FA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Иконка задачи</a:t>
            </a:r>
            <a:endParaRPr/>
          </a:p>
        </p:txBody>
      </p:sp>
      <p:sp>
        <p:nvSpPr>
          <p:cNvPr id="101044194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5053750-D2DC-4798-A0E0-F74007D9740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НАЗВАНИЕ КОМАНДЫ</a:t>
            </a:r>
            <a:endParaRPr/>
          </a:p>
        </p:txBody>
      </p:sp>
      <p:sp>
        <p:nvSpPr>
          <p:cNvPr id="1963311200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F2788FC1-BC2A-47E5-B8A4-A03DCDDBF4B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Логотип/логотипы постановщика задачи</a:t>
            </a:r>
            <a:endParaRPr/>
          </a:p>
        </p:txBody>
      </p:sp>
      <p:sp>
        <p:nvSpPr>
          <p:cNvPr id="512393878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680BF6A-6D2A-4EF0-AC34-B7C7172D0A0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6540476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54C05899-709A-40D6-8AC9-2C4762524D3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Фото команды</a:t>
            </a:r>
            <a:endParaRPr/>
          </a:p>
        </p:txBody>
      </p:sp>
      <p:sp>
        <p:nvSpPr>
          <p:cNvPr id="182421043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862E43F-2043-46CE-8ABE-3936623DAD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9068023" name="Дата 3">
            <a:extLst xmlns:a="http://schemas.openxmlformats.org/drawingml/2006/main">
              <a:ext uri="{FF2B5EF4-FFF2-40B4-BE49-F238E27FC236}">
                <a16:creationId xmlns:a16="http://schemas.microsoft.com/office/drawing/2014/main" id="{0537DD07-1D64-4444-9822-CFE0F3FA0AB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67EB9651-F031-4963-AFE9-33BCC0E88757}" type="datetime1">
              <a:t>15.09.2026</a:t>
            </a:fld>
            <a:endParaRPr/>
          </a:p>
        </p:txBody>
      </p:sp>
      <p:sp>
        <p:nvSpPr>
          <p:cNvPr id="910024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D016504-D719-41B9-8D83-994D8AA860A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0769659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7268115-FDE9-414F-9C59-1789BD41A2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70724057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8F5F515-F941-4E3A-A2AF-5B7B927882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  <p:sp>
        <p:nvSpPr>
          <p:cNvPr id="9737120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CD0F905-2935-4D99-9605-7E0ED39100C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862007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3814092-A4FE-4644-9234-1452CD134B6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9815058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311AA42-5C74-41A3-97E9-482AE12E7712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2291775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7B9E88C-2243-4CB3-9255-B9BF10FBF6B6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6516323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2DC266-D492-4659-A897-1D57D05C8F76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032160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13EAFCB-6F41-4973-B88F-296A19B2A1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021F813-DBA1-42EC-A748-A9CC16659E6B}" type="datetime1">
              <a:t>15.09.2026</a:t>
            </a:fld>
            <a:endParaRPr/>
          </a:p>
        </p:txBody>
      </p:sp>
      <p:sp>
        <p:nvSpPr>
          <p:cNvPr id="33338414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0677678-6CCA-4F42-B8C8-59BF073A43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255841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AAB164C-9D7E-438A-A251-3DA1BDFCA8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3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28510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EE6DDA21-4901-4521-A7B8-05924D10F6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631567691" name="Дата 3">
            <a:extLst xmlns:a="http://schemas.openxmlformats.org/drawingml/2006/main">
              <a:ext uri="{FF2B5EF4-FFF2-40B4-BE49-F238E27FC236}">
                <a16:creationId xmlns:a16="http://schemas.microsoft.com/office/drawing/2014/main" id="{0827C5B9-6440-4764-BC4F-0ED3A11DE1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7DE2642A-6018-4CC1-81AB-5FD8D2782D4F}" type="datetime1">
              <a:t>15.09.2026</a:t>
            </a:fld>
            <a:endParaRPr/>
          </a:p>
        </p:txBody>
      </p:sp>
      <p:sp>
        <p:nvSpPr>
          <p:cNvPr id="160778017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9A51BDE-5EAB-4188-9614-5C4EC901BC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969973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82B7EC1-3FCA-4C84-8D80-A23029334E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48559652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CA3E037-7EFC-42FE-87E5-D4BD7F7AB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0" matchingName="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4299677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4369FABB-1E52-4DE7-AE26-3AA9256839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26407096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F38A9327-77DF-4485-94E5-D44904463C4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2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38508088" name="Дата 3">
            <a:extLst xmlns:a="http://schemas.openxmlformats.org/drawingml/2006/main">
              <a:ext uri="{FF2B5EF4-FFF2-40B4-BE49-F238E27FC236}">
                <a16:creationId xmlns:a16="http://schemas.microsoft.com/office/drawing/2014/main" id="{7A7BC96F-39D0-4D98-AB41-321EA6A525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3014BBE-C503-4380-A869-5EE8294FE947}" type="datetime1">
              <a:t>15.09.2026</a:t>
            </a:fld>
            <a:endParaRPr/>
          </a:p>
        </p:txBody>
      </p:sp>
      <p:sp>
        <p:nvSpPr>
          <p:cNvPr id="6068775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8FE8632-030C-42CB-B3F5-7E32B08E425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7981826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252ADC-8971-4430-89C8-31EA96652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39595897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E111AAF-C0A3-42FD-A8E1-D05B79A49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0" matchingName="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7750186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0997EF3-E440-4D8C-8CEA-B7DBB1CEA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81396621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EFC76A73-1EE8-4651-949E-0C5B172D908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970342822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394B0AE-7B28-432D-B58F-4D72917908F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0847399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589CA3B5-3252-4296-97B8-266699C7E3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2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26873105" name="Дата 3">
            <a:extLst xmlns:a="http://schemas.openxmlformats.org/drawingml/2006/main">
              <a:ext uri="{FF2B5EF4-FFF2-40B4-BE49-F238E27FC236}">
                <a16:creationId xmlns:a16="http://schemas.microsoft.com/office/drawing/2014/main" id="{78099B20-50E0-4CFF-9EB1-F0097ECDD8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D568497-304A-497F-ADAE-97D3CF462C1C}" type="datetime1">
              <a:t>15.09.2026</a:t>
            </a:fld>
            <a:endParaRPr/>
          </a:p>
        </p:txBody>
      </p:sp>
      <p:sp>
        <p:nvSpPr>
          <p:cNvPr id="79338273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FB18FCF-1DA4-4248-9A81-3CE5F5FF34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4716213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F6AE93A-CFA4-4202-9B6F-645A6065FA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7747478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700D8CC-4A0F-4D7C-B2AE-B2302E6C7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0" matchingName="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8943158" name="Дата 3">
            <a:extLst xmlns:a="http://schemas.openxmlformats.org/drawingml/2006/main">
              <a:ext uri="{FF2B5EF4-FFF2-40B4-BE49-F238E27FC236}">
                <a16:creationId xmlns:a16="http://schemas.microsoft.com/office/drawing/2014/main" id="{6593E33C-4B66-4C52-BB1D-E8DAA7A996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2CB240C-04A3-49D4-83F9-87A9C6C414DC}" type="datetime1">
              <a:t>15.09.2026</a:t>
            </a:fld>
            <a:endParaRPr/>
          </a:p>
        </p:txBody>
      </p:sp>
      <p:sp>
        <p:nvSpPr>
          <p:cNvPr id="194656526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46F32B0-576D-4A31-8E18-C4FD9613BE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3175302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05C249E-A7DC-41E9-87CA-5C295F9603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0" matchingName="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81983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60F8A32-6948-498C-9F4B-4D036CAD22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188660134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04E7D3C-467C-43CB-9E32-B95C7F24F4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60632406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0820489-3C72-485F-A3B9-CB8F82AA7E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72290199" name="Дата 3">
            <a:extLst xmlns:a="http://schemas.openxmlformats.org/drawingml/2006/main">
              <a:ext uri="{FF2B5EF4-FFF2-40B4-BE49-F238E27FC236}">
                <a16:creationId xmlns:a16="http://schemas.microsoft.com/office/drawing/2014/main" id="{420F9D35-CE7A-4954-B10A-4F29739289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E74468B-3512-454B-AB51-7AE95604D39E}" type="datetime1">
              <a:t>15.09.2026</a:t>
            </a:fld>
            <a:endParaRPr/>
          </a:p>
        </p:txBody>
      </p:sp>
      <p:sp>
        <p:nvSpPr>
          <p:cNvPr id="198809990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0142545-3F90-4002-8489-62AE010787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0033633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8BA1DA1-B748-457B-871A-39034FB3C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0" matchingName="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7250847" name="Дата 4">
            <a:extLst xmlns:a="http://schemas.openxmlformats.org/drawingml/2006/main">
              <a:ext uri="{FF2B5EF4-FFF2-40B4-BE49-F238E27FC236}">
                <a16:creationId xmlns:a16="http://schemas.microsoft.com/office/drawing/2014/main" id="{1F7BA4CB-C527-4441-9FEC-06BB1E2C0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BAB2196-A440-4E25-B9FF-D0ADB01B1A15}" type="datetime1">
              <a:t>15.09.2026</a:t>
            </a:fld>
            <a:endParaRPr/>
          </a:p>
        </p:txBody>
      </p:sp>
      <p:sp>
        <p:nvSpPr>
          <p:cNvPr id="951955627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3AEDBE92-F2EA-4B13-9DAC-D6C87BCC34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89852506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DD1D882-A476-443D-942E-2D5F7AE21E4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56944297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B82F491-F4A5-4ADF-A850-E15C4933A2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1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0" matchingName="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8238563" name="Дата 3">
            <a:extLst xmlns:a="http://schemas.openxmlformats.org/drawingml/2006/main">
              <a:ext uri="{FF2B5EF4-FFF2-40B4-BE49-F238E27FC236}">
                <a16:creationId xmlns:a16="http://schemas.microsoft.com/office/drawing/2014/main" id="{133195C2-49A8-4F38-811F-801F558F48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7BAE699-64F9-49EF-B784-2DEF2B221955}" type="datetime1">
              <a:t>15.09.2026</a:t>
            </a:fld>
            <a:endParaRPr/>
          </a:p>
        </p:txBody>
      </p:sp>
      <p:sp>
        <p:nvSpPr>
          <p:cNvPr id="85520164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AC2EA0F-FD23-404A-87C9-BBCF79A90F9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4754235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1A0B67A-D02C-4AD2-BC05-7CD9419FDB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3835698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5471E6F-8062-477B-94A5-592D2C5E491E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9754967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5BDBAEC6-D2A0-421E-8939-9131A8099F8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49067220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54FBEBC-EAD7-44E5-8001-DEDA21BB069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204627909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F36E444-A8EF-4E02-9CF1-94A9D248B3C1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31413658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B82CF4D-41E3-417A-84F9-EFA14CF4EB15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57428558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A611A776-773D-4A07-80D5-FC3CA29B87F0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21210889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D4C0E74-9479-405D-B2FC-BD7EDA5F1CFA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00854634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734CB73-2DAD-45A3-9096-94C877AD538C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8619691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3D746C2-9034-4F0F-B344-C2DC48598E24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111588338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A34F355-92D5-42FD-9B66-9D96B99AC63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28842873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B349A30-E3F8-42DF-91A9-DDAA6D60F44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34025198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86872E7-2C61-405D-8BA5-D28DA5B843A2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26598567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F515D9D-B1FC-4C4D-8C52-6C2AC00A9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4652499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2EC68C7-C439-4773-8B94-8328E9129931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2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162343668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FF45367-E194-4B3B-828E-8E888EE6BEDC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94963358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EB59551-1875-4F28-9F69-07985B90CB0D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147832033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FD2F360-3C15-4C24-B113-5B300D888265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97083774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BFEFEF6-F962-4648-9DCE-50A089E2D07A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15463693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CC763E8-4007-42C2-82B4-CF5FE1C0DBB0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0" matchingName="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363416" name="Дата 3">
            <a:extLst xmlns:a="http://schemas.openxmlformats.org/drawingml/2006/main">
              <a:ext uri="{FF2B5EF4-FFF2-40B4-BE49-F238E27FC236}">
                <a16:creationId xmlns:a16="http://schemas.microsoft.com/office/drawing/2014/main" id="{4E714FE5-3FA0-4509-81E3-E85723DE75B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AFA80CC-940E-479C-90C0-76DA923785E9}" type="datetime1">
              <a:t>15.09.2026</a:t>
            </a:fld>
            <a:endParaRPr/>
          </a:p>
        </p:txBody>
      </p:sp>
      <p:sp>
        <p:nvSpPr>
          <p:cNvPr id="85782608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E4824CF-51D1-470A-AEAF-ECABBAFFA4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1970069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1F58C4D-1282-48B9-A9F2-2E0E93E1C4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0985192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039D63C-17F5-434A-AF97-F6228F098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7645026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902D905D-EADA-4BD8-AACA-6203D182D7A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24359229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61C73654-9E33-4CC7-BEA2-23F71D0358E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65456492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DA129DE2-2AC4-4980-975E-3607B9423A66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8782632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8BA47B6A-19A7-43B4-A633-9F78E08F6F6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0" matchingName="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4091375" name="Дата 3">
            <a:extLst xmlns:a="http://schemas.openxmlformats.org/drawingml/2006/main">
              <a:ext uri="{FF2B5EF4-FFF2-40B4-BE49-F238E27FC236}">
                <a16:creationId xmlns:a16="http://schemas.microsoft.com/office/drawing/2014/main" id="{CB0BE16F-03D1-4643-B00A-87C4C0B5EF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82A4DA7B-A7D8-4443-AD1C-4C7CDC678488}" type="datetime1">
              <a:t>15.09.2026</a:t>
            </a:fld>
            <a:endParaRPr/>
          </a:p>
        </p:txBody>
      </p:sp>
      <p:sp>
        <p:nvSpPr>
          <p:cNvPr id="115028750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60BF2A3-85B2-400A-BBE1-0163E68E61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05679433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16AE95E-5987-47EA-A675-EA08D0734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60375728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5FA5DC48-329A-4CF5-8BB2-45836F20069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  <a:endParaRPr/>
          </a:p>
        </p:txBody>
      </p:sp>
      <p:sp>
        <p:nvSpPr>
          <p:cNvPr id="17780204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0017C363-D735-4A48-9F8C-142B2B0D704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3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0185214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3032239-F12F-4B10-8269-6CC8F3B87B8A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3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7097565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6A7F444-0485-48B2-8DD5-36304A740E67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3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9458724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1106CAAF-C95A-43B5-BE76-E7FE88F4D45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3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3816974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E0FF582D-487E-4D92-B3B4-9D3BDD214C80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3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0" matchingName="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152793" name="Дата 3">
            <a:extLst xmlns:a="http://schemas.openxmlformats.org/drawingml/2006/main">
              <a:ext uri="{FF2B5EF4-FFF2-40B4-BE49-F238E27FC236}">
                <a16:creationId xmlns:a16="http://schemas.microsoft.com/office/drawing/2014/main" id="{BFF8A69D-187F-4617-A562-6D638F9B37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4E505DF-C567-47F2-9374-60838F800101}" type="datetime1">
              <a:t>15.09.2026</a:t>
            </a:fld>
            <a:endParaRPr/>
          </a:p>
        </p:txBody>
      </p:sp>
      <p:sp>
        <p:nvSpPr>
          <p:cNvPr id="15995574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231EDBF-FCB6-48D8-A944-9657B82D50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8587238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373AF49-DBDC-4AC6-BAC3-F2EC68A80A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64398254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115516F-9CC8-496C-A3A7-6E1F57C7E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53797740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B1CC6F5-00EA-411A-8DFE-0CBD3775A56D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631957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2F49E35-892E-4A0D-B043-A848ACCCAE4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253380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3F19AD1-CB9A-4DFA-AE9E-7E0D908ED394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35589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4324715-33F2-4F63-8C44-D00B7D46EB07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418332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46EC601-28CB-4C67-92A3-88BE3878EB8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355854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25B116-CB5E-4565-8191-A6C15F6E9F68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0" matchingName="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1419336" name="Дата 3">
            <a:extLst xmlns:a="http://schemas.openxmlformats.org/drawingml/2006/main">
              <a:ext uri="{FF2B5EF4-FFF2-40B4-BE49-F238E27FC236}">
                <a16:creationId xmlns:a16="http://schemas.microsoft.com/office/drawing/2014/main" id="{D831BD8D-CA11-4467-A770-1ADBA68C3D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938A0C3-5C2F-47B8-B008-79A49A1195BA}" type="datetime1">
              <a:t>15.09.2026</a:t>
            </a:fld>
            <a:endParaRPr/>
          </a:p>
        </p:txBody>
      </p:sp>
      <p:sp>
        <p:nvSpPr>
          <p:cNvPr id="209351711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03D626C-5220-4705-871B-F17FE3A431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9823649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AFADE69-C04B-4BE2-ADED-0128BFB3263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55085860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E62BC5D-794C-4416-A4A3-4375E2720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8726398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EF0388-9B19-4576-AA2C-0CA071C59BBC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2247954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D402CBE-3C64-4598-B7E9-F83DEA91A83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46681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9B9E957-7470-4B57-9A06-D395228A35C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2895084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F1BE3EF-C428-4864-A59D-6C34E9BCD581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3925839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7CD4270-C372-4D2D-BA09-B9CA59F74EF9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9789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57980A7-06FF-452C-B777-8CE8DD3B16E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025264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41DF4D-BAC0-4C50-9F22-40A489B09537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21297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6202D3D-92A1-4105-BEEF-FB21E00960CC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0" matchingName="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9072643" name="Дата 3">
            <a:extLst xmlns:a="http://schemas.openxmlformats.org/drawingml/2006/main">
              <a:ext uri="{FF2B5EF4-FFF2-40B4-BE49-F238E27FC236}">
                <a16:creationId xmlns:a16="http://schemas.microsoft.com/office/drawing/2014/main" id="{2F55C74C-DDBE-453B-923A-56F40BE0FE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F4F29EB-DFD0-428E-8E89-ED117A3553E3}" type="datetime1">
              <a:t>15.09.2026</a:t>
            </a:fld>
            <a:endParaRPr/>
          </a:p>
        </p:txBody>
      </p:sp>
      <p:sp>
        <p:nvSpPr>
          <p:cNvPr id="80315310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4988C6F-E93B-42CF-AAA5-765927530C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3167614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DD83645-76E2-4753-BA0B-DC259A89F3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633266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48FB8D4-4939-4124-B795-911E741CB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49367145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7C3E3A6-D12A-43D6-BC49-AF9E34A23842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069956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49C628-B3EE-4866-9142-9448016D034E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039139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3AFEE6F-4F3F-4AE7-B26D-AF1F080CA3F8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957569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DA46D47-811D-4C50-B6B9-A75EC936A0F2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120662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A95D024-C350-4FEA-8956-D5A33AA348FF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150388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B52ADB3-E6BC-4E61-9B7E-2E51468B8CA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22361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2421E8E-834E-483D-9D61-F6B3F393CF5D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469489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57BF965-3525-4806-9F62-78BD1BD857D9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0" matchingName="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611960" name="Дата 3">
            <a:extLst xmlns:a="http://schemas.openxmlformats.org/drawingml/2006/main">
              <a:ext uri="{FF2B5EF4-FFF2-40B4-BE49-F238E27FC236}">
                <a16:creationId xmlns:a16="http://schemas.microsoft.com/office/drawing/2014/main" id="{6CD14B8C-7E79-4AC7-BE8F-81D33BF5A10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52F0272-0FEA-44CE-966E-3D169B2F53D4}" type="datetime1">
              <a:t>15.09.2026</a:t>
            </a:fld>
            <a:endParaRPr/>
          </a:p>
        </p:txBody>
      </p:sp>
      <p:sp>
        <p:nvSpPr>
          <p:cNvPr id="26636504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7329827-9B7A-43B9-BB75-A8D90D3D01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705985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42E8EF8-E0C8-4F4B-ADD9-B6B94817D9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58293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841A9D1-CDDE-4F39-B56C-D10BABBD2383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9566170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39EBD8-4255-41AB-BDF3-0B2B0DEE402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3821779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911D951-4105-4048-8C96-33232EE244D1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0020649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BDF4F27-F918-4617-B5D2-26057B9F3DD7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6493368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97DFB52-C8CD-4305-AFA3-A6967A30EC8B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16065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7F87BB-EF53-44DC-849E-1F941B25DB42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325691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AC55296-7B58-48FE-BBFA-DE4D97FC9899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495445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099B12B-C8DF-42BC-8706-2F189CCDB0FC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74999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02F612-D7A2-4B49-A171-1676B094920A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86192546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BF21AD-A572-454D-9BA0-2FBBE5EC510E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323943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9346664-3859-4EF5-BE18-62E8DC067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1" showMasterPhAnim="0" matchingName="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3749017" name="Дата 3">
            <a:extLst xmlns:a="http://schemas.openxmlformats.org/drawingml/2006/main">
              <a:ext uri="{FF2B5EF4-FFF2-40B4-BE49-F238E27FC236}">
                <a16:creationId xmlns:a16="http://schemas.microsoft.com/office/drawing/2014/main" id="{027B17D8-7535-4FEF-87FF-56D5F28370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2B0DBE-B5A9-470E-85A9-7CC062D5339A}" type="datetime1">
              <a:t>15.09.2026</a:t>
            </a:fld>
            <a:endParaRPr/>
          </a:p>
        </p:txBody>
      </p:sp>
      <p:sp>
        <p:nvSpPr>
          <p:cNvPr id="103529559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9A28875-3B4E-48B2-B956-C5CF2E331EC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8152551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18EE2F3-ADAF-48EE-A6C3-742297802C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404450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CDC2B12-025A-4BA6-98F2-EB414F7D7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619105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87DDD7D-9ECD-4478-92F8-BA569DE4541A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  <a:endParaRPr/>
          </a:p>
        </p:txBody>
      </p:sp>
      <p:sp>
        <p:nvSpPr>
          <p:cNvPr id="6498529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781ACA1-C963-4967-96C2-AC8609EB2C46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53996641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34CEFB-0040-463C-B741-5952B83B8C96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  <a:endParaRPr/>
          </a:p>
        </p:txBody>
      </p:sp>
      <p:sp>
        <p:nvSpPr>
          <p:cNvPr id="2614798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4EB8DF-451C-4074-B678-51AB105F0932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  <a:endParaRPr/>
          </a:p>
        </p:txBody>
      </p:sp>
      <p:sp>
        <p:nvSpPr>
          <p:cNvPr id="158279560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C7FCA67-CF81-4FC3-B28C-9D30AEE1D2D1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  <a:endParaRPr/>
          </a:p>
        </p:txBody>
      </p:sp>
      <p:sp>
        <p:nvSpPr>
          <p:cNvPr id="4372805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CD7160C-D60C-46E8-8DD6-6B30E90E5D8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1" showMasterPhAnim="0" matchingName="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71605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3769684-4BAF-4106-A9DE-28EB1777F73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34417029" name="Дата 3">
            <a:extLst xmlns:a="http://schemas.openxmlformats.org/drawingml/2006/main">
              <a:ext uri="{FF2B5EF4-FFF2-40B4-BE49-F238E27FC236}">
                <a16:creationId xmlns:a16="http://schemas.microsoft.com/office/drawing/2014/main" id="{52A142C1-F23B-40ED-8F8F-A2A95FBBF0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D396B86-640F-4AD1-BBB2-E085B6CD8771}" type="datetime1">
              <a:t>15.09.2026</a:t>
            </a:fld>
            <a:endParaRPr/>
          </a:p>
        </p:txBody>
      </p:sp>
      <p:sp>
        <p:nvSpPr>
          <p:cNvPr id="210667172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BF2BD88-B391-4889-A12D-38E67E2C63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10300595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C82149B-2EF5-4961-A6A8-0EA2BF57B29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3318929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535A9FD-95B3-47D8-8E0D-6F8C70789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826941784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483AB9D-DEBB-4785-AF17-3BC45718E0A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0623915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F0F91CD-CC3D-416C-911E-ECDCF642FA9C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21589817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0ECCDFD-0376-45AB-AAEC-5B102505CEB3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1" showMasterPhAnim="0" matchingName="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1766241" name="Дата 3">
            <a:extLst xmlns:a="http://schemas.openxmlformats.org/drawingml/2006/main">
              <a:ext uri="{FF2B5EF4-FFF2-40B4-BE49-F238E27FC236}">
                <a16:creationId xmlns:a16="http://schemas.microsoft.com/office/drawing/2014/main" id="{807D8407-B142-4CEB-84FB-743469F6C0F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3AF0E63-1EB1-47F5-B09E-CA3E5DE528F3}" type="datetime1">
              <a:t>15.09.2026</a:t>
            </a:fld>
            <a:endParaRPr/>
          </a:p>
        </p:txBody>
      </p:sp>
      <p:sp>
        <p:nvSpPr>
          <p:cNvPr id="97792789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15DCC9B-3E6B-47E9-A1E6-E42A610903A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2633963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9BD87F2-F8FD-432B-B4E7-5C6579565C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90635160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C16D383-889B-4425-87B1-A75ED78C9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336104082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FA9A0F5-F975-438C-90A1-C28D9E0E019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910967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696E9E6-F856-4D58-9828-68DF2C93D49D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19495079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CA3F98D-07B8-4013-8894-5DED7AE31082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9992068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9CF182F-8AE6-473E-B3DD-5D8906AFDF3A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showMasterSp="1" showMasterPhAnim="0" matchingName="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57240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E14A4B1-BC6A-4E08-8E40-66596FF8087C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6063684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8AE627C-00C3-4226-B469-485398BA6F94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906208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043BAEE-4BAC-4C25-8082-BBE60D413DD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370114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5CC6BC-D2C0-4D75-BD23-5F590DA2E350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0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521415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685393-CB3D-4CD3-BDE7-A6F655DF56AB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0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3022213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5DE4F4-F232-46B4-B597-0488B8BC58C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6260723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2CD5CF7-7215-4584-9B38-9FCC37033881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259145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205E33D-7F5E-432E-A139-3A9EC2A7F223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0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46726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A4E36F0-06A9-4145-8FB1-58EBE55293F3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0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cxnSp>
        <p:nvCxnSpPr>
          <p:cNvPr id="2030222160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61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62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63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3294175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AA65F90-39DD-4A68-8929-5A383E3F7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69759930" name="Дата 8">
            <a:extLst xmlns:a="http://schemas.openxmlformats.org/drawingml/2006/main">
              <a:ext uri="{FF2B5EF4-FFF2-40B4-BE49-F238E27FC236}">
                <a16:creationId xmlns:a16="http://schemas.microsoft.com/office/drawing/2014/main" id="{CD50C208-0CB7-4BCA-A756-560D70F6B42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D490EE5-ED7D-46E8-8345-A78A0CB0F4A4}" type="datetime1">
              <a:t>15.09.2026</a:t>
            </a:fld>
            <a:endParaRPr/>
          </a:p>
        </p:txBody>
      </p:sp>
      <p:sp>
        <p:nvSpPr>
          <p:cNvPr id="4610880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3F323E5B-673D-4113-84A3-808DC4490E57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84403778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461D5B8F-8329-44C4-8145-2F14EA6A7331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1" showMasterPhAnim="0" matchingName="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869893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91964108-7B18-4229-952A-3DADC3977C6E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59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14367421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DDB9D33-37D0-4842-BE99-67A37DAE95D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6972648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75459DAA-E937-45DD-8FF8-589E044A25C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342366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BCC2A5D-B0B6-4896-AAF1-FF82AC204192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49254647" name="Дата 3">
            <a:extLst xmlns:a="http://schemas.openxmlformats.org/drawingml/2006/main">
              <a:ext uri="{FF2B5EF4-FFF2-40B4-BE49-F238E27FC236}">
                <a16:creationId xmlns:a16="http://schemas.microsoft.com/office/drawing/2014/main" id="{CABA3B8C-06E0-497F-9B6D-428360BF42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C8C16AD-D907-4463-BE30-FCBB33ACAE3F}" type="datetime1">
              <a:t>15.09.2026</a:t>
            </a:fld>
            <a:endParaRPr/>
          </a:p>
        </p:txBody>
      </p:sp>
      <p:sp>
        <p:nvSpPr>
          <p:cNvPr id="189951155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862BA05-7543-4987-95D5-D2A10CB18F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7480018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50C13F1-CAB8-4DCE-BFEB-E0666526C5F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877531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2CF7A43-F5CC-489E-8F78-D99666E34DE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64384465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CC5BAE8-3242-4CC2-80D4-8120F8DECB7D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44544956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818F14F-ECEA-4887-9A78-DDBC03E40502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3818744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A9CA119E-8312-46AA-86D9-3E1BBA01BEE4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11412538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9127C37-9110-4D07-A092-BF0275E2ED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1" showMasterPhAnim="0" matchingName="" preserve="0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3206e599c534b4c" /><Relationship Type="http://schemas.openxmlformats.org/officeDocument/2006/relationships/theme" Target="/ppt/slideMasters/theme/theme2.xml" Id="Rb7e06e02f14a41a1" /><Relationship Type="http://schemas.openxmlformats.org/officeDocument/2006/relationships/slideLayout" Target="/ppt/slideLayouts/slideLayout1.xml" Id="Rff424944c2fd4b34" /><Relationship Type="http://schemas.openxmlformats.org/officeDocument/2006/relationships/slideLayout" Target="/ppt/slideLayouts/slideLayout2.xml" Id="R2207e70ce1354580" /><Relationship Type="http://schemas.openxmlformats.org/officeDocument/2006/relationships/slideLayout" Target="/ppt/slideLayouts/slideLayout3.xml" Id="Re692d58cbae94db8" /><Relationship Type="http://schemas.openxmlformats.org/officeDocument/2006/relationships/slideLayout" Target="/ppt/slideLayouts/slideLayout4.xml" Id="R2b3b9c62251f484b" /><Relationship Type="http://schemas.openxmlformats.org/officeDocument/2006/relationships/slideLayout" Target="/ppt/slideLayouts/slideLayout5.xml" Id="Rda8f95812a78422d" /><Relationship Type="http://schemas.openxmlformats.org/officeDocument/2006/relationships/slideLayout" Target="/ppt/slideLayouts/slideLayout6.xml" Id="Rcfda61d0ac004d57" /><Relationship Type="http://schemas.openxmlformats.org/officeDocument/2006/relationships/slideLayout" Target="/ppt/slideLayouts/slideLayout7.xml" Id="R408f741e514c4977" /><Relationship Type="http://schemas.openxmlformats.org/officeDocument/2006/relationships/slideLayout" Target="/ppt/slideLayouts/slideLayout8.xml" Id="Rbb642911c77d4089" /><Relationship Type="http://schemas.openxmlformats.org/officeDocument/2006/relationships/slideLayout" Target="/ppt/slideLayouts/slideLayout9.xml" Id="Ra6c824846010480c" /><Relationship Type="http://schemas.openxmlformats.org/officeDocument/2006/relationships/slideLayout" Target="/ppt/slideLayouts/slideLayout10.xml" Id="Re85e9cbcc8db4cbf" /><Relationship Type="http://schemas.openxmlformats.org/officeDocument/2006/relationships/slideLayout" Target="/ppt/slideLayouts/slideLayout11.xml" Id="R1605247d72244a47" /><Relationship Type="http://schemas.openxmlformats.org/officeDocument/2006/relationships/slideLayout" Target="/ppt/slideLayouts/slideLayout12.xml" Id="Rc3628c061e234c97" /><Relationship Type="http://schemas.openxmlformats.org/officeDocument/2006/relationships/slideLayout" Target="/ppt/slideLayouts/slideLayout13.xml" Id="R4630750bcb0d46ff" /><Relationship Type="http://schemas.openxmlformats.org/officeDocument/2006/relationships/slideLayout" Target="/ppt/slideLayouts/slideLayout14.xml" Id="R7dc9dd01751c4fbe" /><Relationship Type="http://schemas.openxmlformats.org/officeDocument/2006/relationships/slideLayout" Target="/ppt/slideLayouts/slideLayout15.xml" Id="R729ae5d42d4f4b73" /><Relationship Type="http://schemas.openxmlformats.org/officeDocument/2006/relationships/slideLayout" Target="/ppt/slideLayouts/slideLayout16.xml" Id="Rc3760afe79be4610" /><Relationship Type="http://schemas.openxmlformats.org/officeDocument/2006/relationships/slideLayout" Target="/ppt/slideLayouts/slideLayout17.xml" Id="R0596a905379445a2" /><Relationship Type="http://schemas.openxmlformats.org/officeDocument/2006/relationships/slideLayout" Target="/ppt/slideLayouts/slideLayout18.xml" Id="Re9fe13a438db437a" /><Relationship Type="http://schemas.openxmlformats.org/officeDocument/2006/relationships/slideLayout" Target="/ppt/slideLayouts/slideLayout19.xml" Id="Rf17a961f57ff4748" /><Relationship Type="http://schemas.openxmlformats.org/officeDocument/2006/relationships/slideLayout" Target="/ppt/slideLayouts/slideLayout20.xml" Id="R3f961e4e18634e56" /><Relationship Type="http://schemas.openxmlformats.org/officeDocument/2006/relationships/slideLayout" Target="/ppt/slideLayouts/slideLayout21.xml" Id="R3e03b6c78f1c43e9" /><Relationship Type="http://schemas.openxmlformats.org/officeDocument/2006/relationships/slideLayout" Target="/ppt/slideLayouts/slideLayout22.xml" Id="R2b5167a189d84909" /><Relationship Type="http://schemas.openxmlformats.org/officeDocument/2006/relationships/slideLayout" Target="/ppt/slideLayouts/slideLayout23.xml" Id="R7d80634daf074f44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206e599c534b4c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600666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2018ED8-D8E7-4C52-8175-1D6702E75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0884918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A895854-7FD5-46EA-B55D-120C9392B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600316309" name="Дата 3">
            <a:extLst xmlns:a="http://schemas.openxmlformats.org/drawingml/2006/main">
              <a:ext uri="{FF2B5EF4-FFF2-40B4-BE49-F238E27FC236}">
                <a16:creationId xmlns:a16="http://schemas.microsoft.com/office/drawing/2014/main" id="{F29A0CCE-DB70-46EF-8829-AFC8C0F4C01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D490EE5-ED7D-46E8-8345-A78A0CB0F4A4}" type="datetime1">
              <a:t>15.09.2026</a:t>
            </a:fld>
            <a:endParaRPr/>
          </a:p>
        </p:txBody>
      </p:sp>
      <p:sp>
        <p:nvSpPr>
          <p:cNvPr id="19573306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63A385C-FCD1-490F-9936-5F97B1F39D1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6819125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068562D-3878-4E69-99CB-D6145D2616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3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24944c2fd4b34"/>
    <p:sldLayoutId xmlns:r="http://schemas.openxmlformats.org/officeDocument/2006/relationships" id="2147483650" r:id="R2207e70ce1354580"/>
    <p:sldLayoutId xmlns:r="http://schemas.openxmlformats.org/officeDocument/2006/relationships" id="2147483651" r:id="Re692d58cbae94db8"/>
    <p:sldLayoutId xmlns:r="http://schemas.openxmlformats.org/officeDocument/2006/relationships" id="2147483652" r:id="R2b3b9c62251f484b"/>
    <p:sldLayoutId xmlns:r="http://schemas.openxmlformats.org/officeDocument/2006/relationships" id="2147483653" r:id="Rda8f95812a78422d"/>
    <p:sldLayoutId xmlns:r="http://schemas.openxmlformats.org/officeDocument/2006/relationships" id="2147483654" r:id="Rcfda61d0ac004d57"/>
    <p:sldLayoutId xmlns:r="http://schemas.openxmlformats.org/officeDocument/2006/relationships" id="2147483655" r:id="R408f741e514c4977"/>
    <p:sldLayoutId xmlns:r="http://schemas.openxmlformats.org/officeDocument/2006/relationships" id="2147483656" r:id="Rbb642911c77d4089"/>
    <p:sldLayoutId xmlns:r="http://schemas.openxmlformats.org/officeDocument/2006/relationships" id="2147483657" r:id="Ra6c824846010480c"/>
    <p:sldLayoutId xmlns:r="http://schemas.openxmlformats.org/officeDocument/2006/relationships" id="2147483658" r:id="Re85e9cbcc8db4cbf"/>
    <p:sldLayoutId xmlns:r="http://schemas.openxmlformats.org/officeDocument/2006/relationships" id="2147483659" r:id="R1605247d72244a47"/>
    <p:sldLayoutId xmlns:r="http://schemas.openxmlformats.org/officeDocument/2006/relationships" id="2147483660" r:id="Rc3628c061e234c97"/>
    <p:sldLayoutId xmlns:r="http://schemas.openxmlformats.org/officeDocument/2006/relationships" id="2147483661" r:id="R4630750bcb0d46ff"/>
    <p:sldLayoutId xmlns:r="http://schemas.openxmlformats.org/officeDocument/2006/relationships" id="2147483662" r:id="R7dc9dd01751c4fbe"/>
    <p:sldLayoutId xmlns:r="http://schemas.openxmlformats.org/officeDocument/2006/relationships" id="2147483663" r:id="R729ae5d42d4f4b73"/>
    <p:sldLayoutId xmlns:r="http://schemas.openxmlformats.org/officeDocument/2006/relationships" id="2147483664" r:id="Rc3760afe79be4610"/>
    <p:sldLayoutId xmlns:r="http://schemas.openxmlformats.org/officeDocument/2006/relationships" id="2147483665" r:id="R0596a905379445a2"/>
    <p:sldLayoutId xmlns:r="http://schemas.openxmlformats.org/officeDocument/2006/relationships" id="2147483666" r:id="Re9fe13a438db437a"/>
    <p:sldLayoutId xmlns:r="http://schemas.openxmlformats.org/officeDocument/2006/relationships" id="2147483667" r:id="Rf17a961f57ff4748"/>
    <p:sldLayoutId xmlns:r="http://schemas.openxmlformats.org/officeDocument/2006/relationships" id="2147483668" r:id="R3f961e4e18634e56"/>
    <p:sldLayoutId xmlns:r="http://schemas.openxmlformats.org/officeDocument/2006/relationships" id="2147483669" r:id="R3e03b6c78f1c43e9"/>
    <p:sldLayoutId xmlns:r="http://schemas.openxmlformats.org/officeDocument/2006/relationships" id="2147483670" r:id="R2b5167a189d84909"/>
    <p:sldLayoutId xmlns:r="http://schemas.openxmlformats.org/officeDocument/2006/relationships" id="2147483671" r:id="R7d80634daf074f44"/>
  </p:sldLayoutIdLst>
  <p:hf sldNum="1" hdr="0" ftr="0" dt="0"/>
  <p:txStyles>
    <p:titleStyle>
      <a:lvl1pPr xmlns:a="http://schemas.openxmlformats.org/drawingml/2006/main"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92222cfa84600" /><Relationship Type="http://schemas.openxmlformats.org/officeDocument/2006/relationships/image" Target="/ppt/media/image3.png" Id="R623b9fca5d7040b9" /><Relationship Type="http://schemas.openxmlformats.org/officeDocument/2006/relationships/notesSlide" Target="/ppt/notesSlides/notesSlide1.xml" Id="R2d738e13294e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8b09ffb42044ea" /><Relationship Type="http://schemas.openxmlformats.org/officeDocument/2006/relationships/image" Target="/ppt/media/image4.png" Id="Rf9443e8286384f29" /><Relationship Type="http://schemas.openxmlformats.org/officeDocument/2006/relationships/image" Target="/ppt/media/image5.png" Id="R7dbd8666543a45ce" /><Relationship Type="http://schemas.openxmlformats.org/officeDocument/2006/relationships/notesSlide" Target="/ppt/notesSlides/notesSlide2.xml" Id="Rc1c5802eb8ab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e9e593f3aa4f35" /><Relationship Type="http://schemas.openxmlformats.org/officeDocument/2006/relationships/image" Target="/ppt/media/image.png" Id="Re23dd535fa6f479c" /><Relationship Type="http://schemas.openxmlformats.org/officeDocument/2006/relationships/notesSlide" Target="/ppt/notesSlides/notesSlide3.xml" Id="Rcc3447cdb3ed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9f86918a024617" /><Relationship Type="http://schemas.openxmlformats.org/officeDocument/2006/relationships/image" Target="/ppt/media/image6.png" Id="R88410f728448445f" /><Relationship Type="http://schemas.openxmlformats.org/officeDocument/2006/relationships/notesSlide" Target="/ppt/notesSlides/notesSlide4.xml" Id="Ref90d2cc9c35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a9bbebaac024cd2" /><Relationship Type="http://schemas.openxmlformats.org/officeDocument/2006/relationships/image" Target="/ppt/media/image.png" Id="Rab3a1e4907e0458b" /><Relationship Type="http://schemas.openxmlformats.org/officeDocument/2006/relationships/notesSlide" Target="/ppt/notesSlides/notesSlide5.xml" Id="Re5009a6c1d24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b8c6a3d6a946e4" /><Relationship Type="http://schemas.openxmlformats.org/officeDocument/2006/relationships/image" Target="/ppt/media/image.png" Id="R0a5170de8f1b4cd3" /><Relationship Type="http://schemas.openxmlformats.org/officeDocument/2006/relationships/notesSlide" Target="/ppt/notesSlides/notesSlide6.xml" Id="R69e5d62a197c47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077fc266994b99" /><Relationship Type="http://schemas.openxmlformats.org/officeDocument/2006/relationships/image" Target="/ppt/media/image.png" Id="R30bcfa4f31b24f42" /><Relationship Type="http://schemas.openxmlformats.org/officeDocument/2006/relationships/image" Target="/ppt/media/image7.png" Id="Rfae4fc4e002143c4" /><Relationship Type="http://schemas.openxmlformats.org/officeDocument/2006/relationships/notesSlide" Target="/ppt/notesSlides/notesSlide7.xml" Id="R8626a0e702d84c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7a1f3068e55400f" /><Relationship Type="http://schemas.openxmlformats.org/officeDocument/2006/relationships/image" Target="/ppt/media/image.png" Id="R55154087bc43401f" /><Relationship Type="http://schemas.openxmlformats.org/officeDocument/2006/relationships/image" Target="/ppt/media/image8.png" Id="Reb4db029363d40f2" /><Relationship Type="http://schemas.openxmlformats.org/officeDocument/2006/relationships/notesSlide" Target="/ppt/notesSlides/notesSlide8.xml" Id="R8accb25bb59b41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e9bac5fcf14989" /><Relationship Type="http://schemas.openxmlformats.org/officeDocument/2006/relationships/image" Target="/ppt/media/image.png" Id="R717fa993e8cc4680" /><Relationship Type="http://schemas.openxmlformats.org/officeDocument/2006/relationships/image" Target="/ppt/media/image9.png" Id="R6e372590828440c2" /><Relationship Type="http://schemas.openxmlformats.org/officeDocument/2006/relationships/notesSlide" Target="/ppt/notesSlides/notesSlide9.xml" Id="Ra7f22fb12709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8e1d30b5044fb4" /><Relationship Type="http://schemas.openxmlformats.org/officeDocument/2006/relationships/image" Target="/ppt/media/image.png" Id="Rc0fd6a14710c4a6d" /><Relationship Type="http://schemas.openxmlformats.org/officeDocument/2006/relationships/image" Target="/ppt/media/image10.png" Id="R78f284076abb49b4" /><Relationship Type="http://schemas.openxmlformats.org/officeDocument/2006/relationships/notesSlide" Target="/ppt/notesSlides/notesSlide10.xml" Id="R7c2d9b2ec0be4e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3e00aa32fc4dbf" /><Relationship Type="http://schemas.openxmlformats.org/officeDocument/2006/relationships/image" Target="/ppt/media/image.png" Id="Rc92b6c5dc4734420" /><Relationship Type="http://schemas.openxmlformats.org/officeDocument/2006/relationships/notesSlide" Target="/ppt/notesSlides/notesSlide11.xml" Id="R2168bb424e4e4acb" /></Relationships>
</file>

<file path=ppt/slides/slide1.xml><?xml version="1.0" encoding="utf-8"?>
<p:sld xmlns:p="http://schemas.openxmlformats.org/presentationml/2006/main" showMasterSp="1" show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5302122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74CB6DF5-6D8E-43D0-B340-E3C61E344D1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28625" y="3533775"/>
            <a:ext cx="7334250" cy="8858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68288" indent="0">
              <a:buNone/>
              <a:def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ПРАЙМ</a:t>
            </a:r>
            <a:endParaRPr sz="4800"/>
          </a:p>
        </p:txBody>
      </p:sp>
      <p:sp>
        <p:nvSpPr>
          <p:cNvPr id="950249843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73464941-BD4E-478E-A622-EA948431B09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28625" y="4857750"/>
            <a:ext cx="8858250" cy="9906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268288">
              <a:buNone/>
              <a:def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Сервис планирования и распределения</a:t>
            </a:r>
            <a:endParaRPr/>
          </a:p>
          <a:p xmlns:a="http://schemas.openxmlformats.org/drawingml/2006/main">
            <a:pPr indent="268288">
              <a:buNone/>
              <a:def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беспилотных авиационных работ</a:t>
            </a:r>
            <a:endParaRPr/>
          </a:p>
        </p:txBody>
      </p:sp>
      <p:sp>
        <p:nvSpPr>
          <p:cNvPr id="2035752238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7E21EAA-B8B3-43C6-8E81-AC17710D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2035752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9fca5d7040b9"/>
          <a:stretch xmlns:a="http://schemas.openxmlformats.org/drawingml/2006/main"/>
        </p:blipFill>
        <p:spPr>
          <a:xfrm xmlns:a="http://schemas.openxmlformats.org/drawingml/2006/main">
            <a:off x="495300" y="717210"/>
            <a:ext cx="4667250" cy="765856"/>
          </a:xfrm>
          <a:prstGeom xmlns:a="http://schemas.openxmlformats.org/drawingml/2006/main" prst="rect">
            <a:avLst/>
          </a:prstGeom>
        </p:spPr>
      </p:pic>
      <p:sp>
        <p:nvSpPr>
          <p:cNvPr id="2035752240" name="">
            <a:extLst xmlns:a="http://schemas.openxmlformats.org/drawingml/2006/main">
              <a:ext uri="{FF2B5EF4-FFF2-40B4-BE49-F238E27FC236}">
                <a16:creationId xmlns:a16="http://schemas.microsoft.com/office/drawing/2014/main" id="{C84048F3-1FAD-4E7B-93E2-148DF751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Разные БВС. Один понятный план</a:t>
            </a:r>
          </a:p>
        </p:txBody>
      </p:sp>
      <p:sp>
        <p:nvSpPr>
          <p:cNvPr id="2035752241" name="">
            <a:extLst xmlns:a="http://schemas.openxmlformats.org/drawingml/2006/main">
              <a:ext uri="{FF2B5EF4-FFF2-40B4-BE49-F238E27FC236}">
                <a16:creationId xmlns:a16="http://schemas.microsoft.com/office/drawing/2014/main" id="{5318EC31-D3ED-4911-AF51-9CA6DCAA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Planner 0.4.0</a:t>
            </a:r>
            <a:r>
              <a: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  /   Задача №5   /   ЛЦТ 2026</a:t>
            </a:r>
          </a:p>
        </p:txBody>
      </p:sp>
    </p:spTree>
    <p:extLst>
      <p:ext uri="{BB962C8B-B14F-4D97-AF65-F5344CB8AC3E}">
        <p14:creationId xmlns:p14="http://schemas.microsoft.com/office/powerpoint/2010/main" val="1760982747"/>
      </p:ext>
    </p:extLst>
  </p:cSld>
</p:sld>
</file>

<file path=ppt/slides/slide2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f9443e8286384f29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752826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19521C9-B20F-4EB0-8C76-69D1EB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470970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44DFF49-82B3-4CC6-972B-8DD22B14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52675"/>
            <a:ext cx="4743450" cy="40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Суть решения</a:t>
            </a:r>
            <a:endParaRPr/>
          </a:p>
        </p:txBody>
      </p:sp>
      <p:sp>
        <p:nvSpPr>
          <p:cNvPr id="110894792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A9882C0-88B7-45E1-9B3F-9E4B468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86350"/>
            <a:ext cx="4762500" cy="1171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Объясняет выбор плана или отказ.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Сохраняет входные данные и проверки,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чтобы эксперт повторил результат.</a:t>
            </a:r>
            <a:endParaRPr/>
          </a:p>
        </p:txBody>
      </p:sp>
      <p:sp>
        <p:nvSpPr>
          <p:cNvPr id="195670710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1717641-992B-42AE-B426-1EA20B81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52825"/>
            <a:ext cx="54292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 команде</a:t>
            </a:r>
            <a:endParaRPr/>
          </a:p>
        </p:txBody>
      </p:sp>
      <p:sp>
        <p:nvSpPr>
          <p:cNvPr id="1284299823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C1EBD5FA-5C96-4C0F-ADE3-9374B3D7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80346014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CC50022E-DB29-47BB-BE87-DBD4DFCE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04417937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3594D990-1A51-48C1-946E-028643F6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6626625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2938DB-61BD-4E5F-8072-98F5987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4724400" cy="40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Отличие подхода</a:t>
            </a:r>
            <a:endParaRPr/>
          </a:p>
        </p:txBody>
      </p:sp>
      <p:sp>
        <p:nvSpPr>
          <p:cNvPr id="84971102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71822B38-8AA9-4E6C-89C2-A1B8EE1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86075"/>
            <a:ext cx="4762500" cy="1238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Распределяет работы между БВС,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строит маршруты и расписание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 учётом ограничений миссии.</a:t>
            </a:r>
            <a:endParaRPr/>
          </a:p>
        </p:txBody>
      </p:sp>
      <p:sp>
        <p:nvSpPr>
          <p:cNvPr id="1951871481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2A00ACE3-6387-4AC6-B270-40E375F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2044179378" name="">
            <a:extLst xmlns:a="http://schemas.openxmlformats.org/drawingml/2006/main">
              <a:ext uri="{FF2B5EF4-FFF2-40B4-BE49-F238E27FC236}">
                <a16:creationId xmlns:a16="http://schemas.microsoft.com/office/drawing/2014/main" id="{2C03C528-3D78-4DF9-B902-0ACDE1C0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58007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 задаёте цель.</a:t>
            </a:r>
          </a:p>
          <a:p xmlns:a="http://schemas.openxmlformats.org/drawingml/2006/main">
            <a:pPr>
              <a:buNone/>
              <a:def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Planner собирает план</a:t>
            </a:r>
          </a:p>
        </p:txBody>
      </p:sp>
      <p:pic>
        <p:nvPicPr>
          <p:cNvPr id="20441793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d8666543a45ce"/>
          <a:stretch xmlns:a="http://schemas.openxmlformats.org/drawingml/2006/main"/>
        </p:blipFill>
        <p:spPr>
          <a:xfrm xmlns:a="http://schemas.openxmlformats.org/drawingml/2006/main">
            <a:off x="6981825" y="666750"/>
            <a:ext cx="4191000" cy="1571625"/>
          </a:xfrm>
          <a:prstGeom xmlns:a="http://schemas.openxmlformats.org/drawingml/2006/main" prst="rect">
            <a:avLst/>
          </a:prstGeom>
        </p:spPr>
      </p:pic>
      <p:sp>
        <p:nvSpPr>
          <p:cNvPr id="2044179380" name="">
            <a:extLst xmlns:a="http://schemas.openxmlformats.org/drawingml/2006/main">
              <a:ext uri="{FF2B5EF4-FFF2-40B4-BE49-F238E27FC236}">
                <a16:creationId xmlns:a16="http://schemas.microsoft.com/office/drawing/2014/main" id="{6A0EAD46-C3AC-4319-810A-56190ED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5600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ПРАЙМ, два разработчика</a:t>
            </a:r>
          </a:p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Капитан: Сергей Калеев</a:t>
            </a:r>
          </a:p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Казань, Республика Татарстан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Общий интерес: моделирование</a:t>
            </a:r>
          </a:p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объектов и их движения в пространстве.</a:t>
            </a:r>
          </a:p>
        </p:txBody>
      </p:sp>
    </p:spTree>
    <p:extLst>
      <p:ext uri="{BB962C8B-B14F-4D97-AF65-F5344CB8AC3E}">
        <p14:creationId xmlns:p14="http://schemas.microsoft.com/office/powerpoint/2010/main" val="1403867735"/>
      </p:ext>
    </p:extLst>
  </p:cSld>
</p:sld>
</file>

<file path=ppt/slides/slide3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e23dd535fa6f479c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0036040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A6CDA1DA-DA9E-44ED-8623-63B9E5A0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05075"/>
            <a:ext cx="5257800" cy="1700213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659494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3E4BF62-E442-42F5-9C4D-9DC00F64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95575"/>
            <a:ext cx="4733925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Револь Миняев</a:t>
            </a:r>
            <a:endParaRPr/>
          </a:p>
        </p:txBody>
      </p:sp>
      <p:sp>
        <p:nvSpPr>
          <p:cNvPr id="1501228221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5A9AF64-224D-4C48-8386-3E2413E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5257800" cy="1700213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05548097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610DFB6C-ED86-47A1-8E2E-DEFD2A7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rgbClr val="456D91"/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07176372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01A31254-400A-4487-8AAB-16235D3746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0317202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B7D2AEB4-8B1D-4E93-949C-24CE95768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38150"/>
            <a:ext cx="5667375" cy="4476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ПРАЙМ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27824300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CDDFF6F-13DC-4D7D-B348-5D48105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733925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Сергей Калеев</a:t>
            </a:r>
            <a:endParaRPr/>
          </a:p>
        </p:txBody>
      </p:sp>
      <p:sp>
        <p:nvSpPr>
          <p:cNvPr id="1965949442" name="">
            <a:extLst xmlns:a="http://schemas.openxmlformats.org/drawingml/2006/main">
              <a:ext uri="{FF2B5EF4-FFF2-40B4-BE49-F238E27FC236}">
                <a16:creationId xmlns:a16="http://schemas.microsoft.com/office/drawing/2014/main" id="{84C9E27E-0F2E-4AB0-9597-AE2B6A1E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76600"/>
            <a:ext cx="4733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Капитан, разработчик</a:t>
            </a:r>
          </a:p>
          <a:p xmlns:a="http://schemas.openxmlformats.org/drawingml/2006/main">
            <a:pPr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Telegram: @sergeikaleev</a:t>
            </a:r>
          </a:p>
        </p:txBody>
      </p:sp>
      <p:sp>
        <p:nvSpPr>
          <p:cNvPr id="1965949443" name="">
            <a:extLst xmlns:a="http://schemas.openxmlformats.org/drawingml/2006/main">
              <a:ext uri="{FF2B5EF4-FFF2-40B4-BE49-F238E27FC236}">
                <a16:creationId xmlns:a16="http://schemas.microsoft.com/office/drawing/2014/main" id="{2DB0F078-D0E8-4D72-A94D-8F203EC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733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Разработчик</a:t>
            </a:r>
          </a:p>
          <a:p xmlns:a="http://schemas.openxmlformats.org/drawingml/2006/main">
            <a:pPr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Телефон: +7 903 306 25 73</a:t>
            </a:r>
          </a:p>
        </p:txBody>
      </p:sp>
    </p:spTree>
    <p:extLst>
      <p:ext uri="{BB962C8B-B14F-4D97-AF65-F5344CB8AC3E}">
        <p14:creationId xmlns:p14="http://schemas.microsoft.com/office/powerpoint/2010/main" val="962296835"/>
      </p:ext>
    </p:extLst>
  </p:cSld>
</p:sld>
</file>

<file path=ppt/slides/slide4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88410f728448445f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3245151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DF42F5D-845D-44F7-A850-88B6AD0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rgbClr val="456D9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74841046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3751C7D-604F-4196-A726-6E3D5A876F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657778979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D60E8318-1895-41FE-8C88-1633F9885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825" y="447675"/>
            <a:ext cx="5924550" cy="4476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И ЗАДАЧА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2431877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B4BB9-F0B2-4298-A423-F0C540F455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19125" y="1752600"/>
            <a:ext cx="10382250" cy="7239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ПРАЙМ объединяет двух разработчиков вокруг интереса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 пространственному моделированию и движению объектов.</a:t>
            </a:r>
            <a:endParaRPr/>
          </a:p>
        </p:txBody>
      </p:sp>
      <p:sp>
        <p:nvSpPr>
          <p:cNvPr id="94731272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794752B-8689-47E1-8AF8-0E2B7D45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9334500" cy="352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появилась команда</a:t>
            </a:r>
            <a:endParaRPr/>
          </a:p>
        </p:txBody>
      </p:sp>
      <p:sp>
        <p:nvSpPr>
          <p:cNvPr id="210636549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F934C5D-55AD-48BF-9E78-B2A6E50F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10382250" cy="1019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Общие базы: согласовали очередь взлёта и возврата.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Высоты зон: разделили высоту над землёй и барометрические уровни.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Проверяемость: сохраняем исходные данные, план и результаты проверок.</a:t>
            </a:r>
            <a:endParaRPr/>
          </a:p>
        </p:txBody>
      </p:sp>
      <p:sp>
        <p:nvSpPr>
          <p:cNvPr id="151149855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6411C34-29B1-485B-BC13-ACF599B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10239375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Сложности и решения</a:t>
            </a:r>
            <a:endParaRPr/>
          </a:p>
        </p:txBody>
      </p:sp>
      <p:sp>
        <p:nvSpPr>
          <p:cNvPr id="192963472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7070F46-51F4-41B4-8C30-17FD73BE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382250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Здесь модель становится практическим инструментом: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нужно согласовать движение нескольких БВС и выполнить работы в срок.</a:t>
            </a:r>
            <a:endParaRPr/>
          </a:p>
        </p:txBody>
      </p:sp>
      <p:sp>
        <p:nvSpPr>
          <p:cNvPr id="175914072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7D0F1EF2-1FE8-4D9C-ACAE-73C74053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9620250" cy="390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Почему выбрали задачу Геоскана</a:t>
            </a:r>
            <a:endParaRPr/>
          </a:p>
        </p:txBody>
      </p:sp>
      <p:sp>
        <p:nvSpPr>
          <p:cNvPr id="45354943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3763774E-91B3-475B-A2B0-A40EA15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0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456D91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039830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10247D4F-F8AE-4FB0-8280-819770C2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456D91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20643413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FE918373-7CC6-495D-BE91-0A10A4F8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456D91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9451135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7D2806C-AA75-40CC-B137-46E7BBFF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15779972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150B24E-D5FC-405C-9595-63903AB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26802919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6C686F8-9D30-4223-B64A-66D2B4DF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6298527"/>
      </p:ext>
    </p:extLst>
  </p:cSld>
</p:sld>
</file>

<file path=ppt/slides/slide5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ab3a1e4907e0458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502937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C17879C-C009-4D94-9D40-C78B5D3D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1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rgbClr val="456D9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79420133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AECC5BE9-5384-4F86-931A-7CC99DB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69183700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63A4D6DC-89DB-43B6-9674-9D6E3C1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57971962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76FBD227-8B5C-42DB-80D4-AD4987FB60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596372579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FE63E3C-FE07-462C-AFFD-812CA91EEF0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619125" y="2228850"/>
            <a:ext cx="4781550" cy="3429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Совместимость БВС, камер и видов работ.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Покрытие территории, обход препятствий и расписание.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Сравнение длительности миссии и суммарного налёта.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Проверка ограничений и экспорт индивидуальных маршрутов.</a:t>
            </a:r>
          </a:p>
        </p:txBody>
      </p:sp>
      <p:sp>
        <p:nvSpPr>
          <p:cNvPr id="5806618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0F7460B-E88A-4ACE-BCFE-3E355829C9E1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5100" y="2228850"/>
            <a:ext cx="4810125" cy="34575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Для операторов съёмки и диспетчеров парка БВС.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Оператор задаёт работу. Planner рассчитывает маршруты и расписание.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Пилот: сравнить время подготовки и долю переделок с ручным планированием.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Развитие: реальные логи, рельеф, телеметрия и адаптер команд.</a:t>
            </a:r>
          </a:p>
        </p:txBody>
      </p:sp>
      <p:sp>
        <p:nvSpPr>
          <p:cNvPr id="1659933116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E4F23BE8-BDD4-47F6-8608-2A798CF04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57200"/>
            <a:ext cx="10001250" cy="4095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  <a:endParaRPr/>
          </a:p>
        </p:txBody>
      </p:sp>
      <p:sp>
        <p:nvSpPr>
          <p:cNvPr id="1599167413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2F31189-21C2-4D66-AC9A-545EC8EB89A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609600" y="1552575"/>
            <a:ext cx="4886325" cy="4667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Техническая суть решения</a:t>
            </a:r>
            <a:endParaRPr/>
          </a:p>
        </p:txBody>
      </p:sp>
      <p:sp>
        <p:nvSpPr>
          <p:cNvPr id="40148192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4910CAE-A844-4170-99CA-8C50C33909B7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496050" y="1552575"/>
            <a:ext cx="4981575" cy="4667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Маркетинговая суть решения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2778254"/>
      </p:ext>
    </p:extLst>
  </p:cSld>
</p:sld>
</file>

<file path=ppt/slides/slide6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0a5170de8f1b4cd3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3A807997-62C5-4027-8811-B24B331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строится план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D55A3B23-EFEC-44DB-BFAA-C3962E4F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2675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1. Вход</a:t>
            </a:r>
          </a:p>
        </p:txBody>
      </p:sp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A963C92D-0A0D-4190-99D8-0D7EFAAB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71725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Работы и участки, БВС с камерами, базы, срок, ограничения и слои.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286AD36B-9105-4EDD-BECA-F9EE027C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2. Маршруты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B1996E8B-23D0-43B2-BC2D-EA4E944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90850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GSD и полосы по камере, переходы и обход препятствий.</a:t>
            </a:r>
          </a:p>
        </p:txBody>
      </p:sp>
      <p:sp>
        <p:nvSpPr>
          <p:cNvPr id="693060532" name="">
            <a:extLst xmlns:a="http://schemas.openxmlformats.org/drawingml/2006/main">
              <a:ext uri="{FF2B5EF4-FFF2-40B4-BE49-F238E27FC236}">
                <a16:creationId xmlns:a16="http://schemas.microsoft.com/office/drawing/2014/main" id="{AE7C0C06-7C47-48CA-B38E-A33662CA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3. Назначение</a:t>
            </a:r>
          </a:p>
        </p:txBody>
      </p:sp>
      <p:sp>
        <p:nvSpPr>
          <p:cNvPr id="693060533" name="">
            <a:extLst xmlns:a="http://schemas.openxmlformats.org/drawingml/2006/main">
              <a:ext uri="{FF2B5EF4-FFF2-40B4-BE49-F238E27FC236}">
                <a16:creationId xmlns:a16="http://schemas.microsoft.com/office/drawing/2014/main" id="{AE303BC4-EDE7-4613-8F03-8AC5718F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9975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Совместимые аппараты, заряд, доступность и распределение работ.</a:t>
            </a:r>
          </a:p>
        </p:txBody>
      </p:sp>
      <p:sp>
        <p:nvSpPr>
          <p:cNvPr id="693060534" name="">
            <a:extLst xmlns:a="http://schemas.openxmlformats.org/drawingml/2006/main">
              <a:ext uri="{FF2B5EF4-FFF2-40B4-BE49-F238E27FC236}">
                <a16:creationId xmlns:a16="http://schemas.microsoft.com/office/drawing/2014/main" id="{2EF19C3E-1CB3-4B99-94B4-250B415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4. Расписание</a:t>
            </a:r>
          </a:p>
        </p:txBody>
      </p:sp>
      <p:sp>
        <p:nvSpPr>
          <p:cNvPr id="693060535" name="">
            <a:extLst xmlns:a="http://schemas.openxmlformats.org/drawingml/2006/main">
              <a:ext uri="{FF2B5EF4-FFF2-40B4-BE49-F238E27FC236}">
                <a16:creationId xmlns:a16="http://schemas.microsoft.com/office/drawing/2014/main" id="{6FDDA1A3-FAF8-408D-A0C1-55D1920A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Разнесение БВС и занятость площадок взлёта и посадки.</a:t>
            </a:r>
          </a:p>
        </p:txBody>
      </p:sp>
      <p:sp>
        <p:nvSpPr>
          <p:cNvPr id="693060536" name="">
            <a:extLst xmlns:a="http://schemas.openxmlformats.org/drawingml/2006/main">
              <a:ext uri="{FF2B5EF4-FFF2-40B4-BE49-F238E27FC236}">
                <a16:creationId xmlns:a16="http://schemas.microsoft.com/office/drawing/2014/main" id="{E7AA58F2-34E0-4D3F-9E1B-B0CF838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29175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5. Проверка</a:t>
            </a:r>
          </a:p>
        </p:txBody>
      </p:sp>
      <p:sp>
        <p:nvSpPr>
          <p:cNvPr id="693060537" name="">
            <a:extLst xmlns:a="http://schemas.openxmlformats.org/drawingml/2006/main">
              <a:ext uri="{FF2B5EF4-FFF2-40B4-BE49-F238E27FC236}">
                <a16:creationId xmlns:a16="http://schemas.microsoft.com/office/drawing/2014/main" id="{7347AE57-AD5F-4BB0-9354-C36ED3F5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48225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GSD, смаз, частота кадров, покрытие, заряд, ветер и разнесение.</a:t>
            </a:r>
          </a:p>
        </p:txBody>
      </p:sp>
      <p:sp>
        <p:nvSpPr>
          <p:cNvPr id="693060538" name="">
            <a:extLst xmlns:a="http://schemas.openxmlformats.org/drawingml/2006/main">
              <a:ext uri="{FF2B5EF4-FFF2-40B4-BE49-F238E27FC236}">
                <a16:creationId xmlns:a16="http://schemas.microsoft.com/office/drawing/2014/main" id="{2141661B-12A9-4786-AA2C-7545B1B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Поиск ограничен вычислительным бюджетом. Показываем лучший найденный допустимый план.</a:t>
            </a:r>
          </a:p>
        </p:txBody>
      </p:sp>
      <p:sp>
        <p:nvSpPr>
          <p:cNvPr id="693060539" name="">
            <a:extLst xmlns:a="http://schemas.openxmlformats.org/drawingml/2006/main">
              <a:ext uri="{FF2B5EF4-FFF2-40B4-BE49-F238E27FC236}">
                <a16:creationId xmlns:a16="http://schemas.microsoft.com/office/drawing/2014/main" id="{1684B9DA-CCFA-4B64-B938-B20FD5F3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7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30bcfa4f31b24f42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57FB8B8C-E227-4925-AA1E-C6B6ACDF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 1. Выбор плана</a:t>
            </a:r>
          </a:p>
        </p:txBody>
      </p:sp>
      <p:pic>
        <p:nvPicPr>
          <p:cNvPr id="6930605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fc4e002143c4"/>
          <a:srcRect xmlns:a="http://schemas.openxmlformats.org/drawingml/2006/main" l="0" t="21300" r="0" b="4000"/>
          <a:stretch xmlns:a="http://schemas.openxmlformats.org/drawingml/2006/main"/>
        </p:blipFill>
        <p:spPr>
          <a:xfrm xmlns:a="http://schemas.openxmlformats.org/drawingml/2006/main" flipH="0" flipV="0">
            <a:off x="1619250" y="1578882"/>
            <a:ext cx="8953500" cy="3762149"/>
          </a:xfrm>
          <a:prstGeom xmlns:a="http://schemas.openxmlformats.org/drawingml/2006/main" prst="rect">
            <a:avLst/>
          </a:prstGeom>
        </p:spPr>
      </p:pic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9D1A065F-CE94-4515-9918-4020EB1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Длительность — до завершения миссии. Налёт — сумма времени БВС в воздухе.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01A1F40E-ABC5-4A76-A74F-B50729B8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Быстрее закончить или меньше летать? Выбор за оператором. Модельный запуск завершён.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3C4B911C-4072-43C9-AE12-B24D9E4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8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55154087bc43401f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6CA01876-756E-4F2B-BAF8-629BD877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 2. Базы и препятствия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85346F80-A601-4B8E-A1A8-63736AE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Базы и граница</a:t>
            </a:r>
          </a:p>
          <a:p xmlns:a="http://schemas.openxmlformats.org/drawingml/2006/main">
            <a:pPr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перенесены в район</a:t>
            </a:r>
          </a:p>
          <a:p xmlns:a="http://schemas.openxmlformats.org/drawingml/2006/main">
            <a:pPr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препятствий экспертов</a:t>
            </a:r>
          </a:p>
        </p:txBody>
      </p:sp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788EA759-1612-4D33-8DC5-7AEF86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Проверяем маршруты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внутри границы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и обход объектов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B8730FD2-24E5-474C-8C8F-62F5286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Миссия завершена.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Исходный слой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сохранён в ZIP</a:t>
            </a:r>
          </a:p>
        </p:txBody>
      </p:sp>
      <p:pic>
        <p:nvPicPr>
          <p:cNvPr id="693060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db029363d40f2"/>
          <a:srcRect xmlns:a="http://schemas.openxmlformats.org/drawingml/2006/main" l="50400" t="35000" r="900" b="15000"/>
          <a:stretch xmlns:a="http://schemas.openxmlformats.org/drawingml/2006/main"/>
        </p:blipFill>
        <p:spPr>
          <a:xfrm xmlns:a="http://schemas.openxmlformats.org/drawingml/2006/main" flipH="0" flipV="0">
            <a:off x="4993481" y="2354711"/>
            <a:ext cx="5500688" cy="3529702"/>
          </a:xfrm>
          <a:prstGeom xmlns:a="http://schemas.openxmlformats.org/drawingml/2006/main" prst="rect">
            <a:avLst/>
          </a:prstGeom>
        </p:spPr>
      </p:pic>
      <p:sp>
        <p:nvSpPr>
          <p:cNvPr id="693060532" name="">
            <a:extLst xmlns:a="http://schemas.openxmlformats.org/drawingml/2006/main">
              <a:ext uri="{FF2B5EF4-FFF2-40B4-BE49-F238E27FC236}">
                <a16:creationId xmlns:a16="http://schemas.microsoft.com/office/drawing/2014/main" id="{B28C1C95-C7C9-44CF-926F-4F1FB7E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Отдельная проверочная копия Демо 2. 2 Gemini, 3 работы, каталог препятствий экспертов.</a:t>
            </a:r>
          </a:p>
        </p:txBody>
      </p:sp>
      <p:sp>
        <p:nvSpPr>
          <p:cNvPr id="693060533" name="">
            <a:extLst xmlns:a="http://schemas.openxmlformats.org/drawingml/2006/main">
              <a:ext uri="{FF2B5EF4-FFF2-40B4-BE49-F238E27FC236}">
                <a16:creationId xmlns:a16="http://schemas.microsoft.com/office/drawing/2014/main" id="{90584772-691B-4B2C-AD9F-7BEF832C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9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717fa993e8cc4680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61B78FFB-1C48-486F-80D8-2ADB554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 3. Что изменить для старта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FE425D43-6784-4077-AE48-D4C7F851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Заряда назначенного</a:t>
            </a:r>
          </a:p>
          <a:p xmlns:a="http://schemas.openxmlformats.org/drawingml/2006/main">
            <a:pPr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БВС недостаточно</a:t>
            </a:r>
          </a:p>
        </p:txBody>
      </p:sp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9B3CDF00-7A57-484E-A3F0-D45D943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Стенд объясняет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причину и блокирует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запуск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E73E6133-7C2B-44DD-968F-C3747176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Замена батареи: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повторный расчёт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проверяет исправление</a:t>
            </a:r>
          </a:p>
        </p:txBody>
      </p:sp>
      <p:pic>
        <p:nvPicPr>
          <p:cNvPr id="693060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72590828440c2"/>
          <a:srcRect xmlns:a="http://schemas.openxmlformats.org/drawingml/2006/main" l="0" t="0" r="0" b="500"/>
          <a:stretch xmlns:a="http://schemas.openxmlformats.org/drawingml/2006/main"/>
        </p:blipFill>
        <p:spPr>
          <a:xfrm xmlns:a="http://schemas.openxmlformats.org/drawingml/2006/main" flipH="0" flipV="0">
            <a:off x="5015848" y="2286000"/>
            <a:ext cx="5455954" cy="3667125"/>
          </a:xfrm>
          <a:prstGeom xmlns:a="http://schemas.openxmlformats.org/drawingml/2006/main" prst="rect">
            <a:avLst/>
          </a:prstGeom>
        </p:spPr>
      </p:pic>
      <p:sp>
        <p:nvSpPr>
          <p:cNvPr id="693060532" name="">
            <a:extLst xmlns:a="http://schemas.openxmlformats.org/drawingml/2006/main">
              <a:ext uri="{FF2B5EF4-FFF2-40B4-BE49-F238E27FC236}">
                <a16:creationId xmlns:a16="http://schemas.microsoft.com/office/drawing/2014/main" id="{EF54155E-B527-4981-AC61-90A24AD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Отказ относится к текущему входу и поиску. Исправление проверено отдельным расчётом.</a:t>
            </a:r>
          </a:p>
        </p:txBody>
      </p:sp>
      <p:sp>
        <p:nvSpPr>
          <p:cNvPr id="693060533" name="">
            <a:extLst xmlns:a="http://schemas.openxmlformats.org/drawingml/2006/main">
              <a:ext uri="{FF2B5EF4-FFF2-40B4-BE49-F238E27FC236}">
                <a16:creationId xmlns:a16="http://schemas.microsoft.com/office/drawing/2014/main" id="{962BCC63-9F3D-4E17-B6EB-15B81C9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10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c0fd6a14710c4a6d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84D1A97E-759F-4A89-8C88-875AE5E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Результат, который можно проверить</a:t>
            </a:r>
          </a:p>
        </p:txBody>
      </p:sp>
      <p:pic>
        <p:nvPicPr>
          <p:cNvPr id="6930605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284076abb49b4"/>
          <a:srcRect xmlns:a="http://schemas.openxmlformats.org/drawingml/2006/main" l="7000" t="14500" r="7500" b="43700"/>
          <a:stretch xmlns:a="http://schemas.openxmlformats.org/drawingml/2006/main"/>
        </p:blipFill>
        <p:spPr>
          <a:xfrm xmlns:a="http://schemas.openxmlformats.org/drawingml/2006/main" flipH="0" flipV="0">
            <a:off x="904875" y="2036683"/>
            <a:ext cx="10382250" cy="2855119"/>
          </a:xfrm>
          <a:prstGeom xmlns:a="http://schemas.openxmlformats.org/drawingml/2006/main" prst="rect">
            <a:avLst/>
          </a:prstGeom>
        </p:spPr>
      </p:pic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761F12DD-0C8E-40BB-8784-7393CDD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KML / GeoJSON — маршруты каждого БВС. ZIP — вход, план, проверки и журнал.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93752552-38CC-4EEF-8C96-0CAD9CE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02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Отчёт HTML — результат. MP4 — запись симуляции. Проверка ZIP — отдельной командой.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AA5B07A6-986E-48AB-8C06-F56FB2B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11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c92b6c5dc4734420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7083B306-75C8-4589-B88D-F018BAF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Проверки и границы результата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9F58966B-B750-44C7-9409-C70E08D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Выберите миссию. Проверьте результат</a:t>
            </a:r>
          </a:p>
        </p:txBody>
      </p:sp>
      <p:graphicFrame>
        <p:nvGraphicFramePr>
          <p:cNvPr id="693060536" name=""/>
          <p:cNvGraphicFramePr/>
          <p:nvPr/>
        </p:nvGraphicFramePr>
        <p:xfrm>
          <a:off xmlns:a="http://schemas.openxmlformats.org/drawingml/2006/main" x="619125" y="2419350"/>
          <a:ext xmlns:a="http://schemas.openxmlformats.org/drawingml/2006/main" cx="10953750" cy="2438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086600"/>
                <a:gridCol w="3867150"/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Проверка</a:t>
                      </a:r>
                    </a:p>
                  </a:txBody>
                  <a:tcPr marL="123825" marR="123825" marT="95250" marB="95250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</a:t>
                      </a:r>
                    </a:p>
                  </a:txBody>
                  <a:tcPr marL="123825" marR="123825" marT="95250" marB="95250" anchor="ctr">
                    <a:solidFill>
                      <a:srgbClr val="52097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Автотесты, типы и production-сборка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706 / 706 тестов,</a:t>
                      </a:r>
                    </a:p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сборка пройдена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Камерные профили и расчёт качества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9 профилей камер,</a:t>
                      </a:r>
                    </a:p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GSD, интервал, смаз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Повторная проверка выгрузки Демо 1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ZIP прошёл проверку</a:t>
                      </a:r>
                    </a:p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 рамках модели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C15D39A2-1C82-4596-ADDD-5B904D6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81600"/>
            <a:ext cx="10934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Стенд использует модельную погоду и симуляцию БВС.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Рельеф и энергетика требуют реальных данных и калибровки.</a:t>
            </a:r>
          </a:p>
          <a:p xmlns:a="http://schemas.openxmlformats.org/drawingml/2006/main">
            <a:pPr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Проверки не являются разрешением на физический полёт.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F30C3BB4-B8A6-4D3F-B214-D9FB3271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PRIME calm blue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456D91"/>
      </a:accent1>
      <a:accent2>
        <a:srgbClr val="E3EDF6"/>
      </a:accent2>
      <a:accent3>
        <a:srgbClr val="6F91B0"/>
      </a:accent3>
      <a:accent4>
        <a:srgbClr val="8A83D1"/>
      </a:accent4>
      <a:accent5>
        <a:srgbClr val="520977"/>
      </a:accent5>
      <a:accent6>
        <a:srgbClr val="2D1451"/>
      </a:accent6>
      <a:hlink>
        <a:srgbClr val="456D91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PRIME calm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2026-09-25T11:17:39.7170000Z</dcterms:created>
  <dcterms:modified xsi:type="dcterms:W3CDTF">2026-09-25T11:17:39.7170000Z</dcterms:modified>
</coreProperties>
</file>