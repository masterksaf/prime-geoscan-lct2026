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8830093d7443be" /><Relationship Type="http://schemas.openxmlformats.org/officeDocument/2006/relationships/extended-properties" Target="/docProps/app.xml" Id="Rdf96a6a9266349ee" /><Relationship Type="http://schemas.openxmlformats.org/officeDocument/2006/relationships/officeDocument" Target="/ppt/presentation.xml" Id="R374e03bb09c14c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7aba21616b4c49"/>
  </p:sldMasterIdLst>
  <p:notesMasterIdLst>
    <p:notesMasterId xmlns:r="http://schemas.openxmlformats.org/officeDocument/2006/relationships" r:id="R1aa9dfb45cc748ee"/>
  </p:notesMasterIdLst>
  <p:sldIdLst>
    <p:sldId xmlns:r="http://schemas.openxmlformats.org/officeDocument/2006/relationships" id="256" r:id="Rcc2c2558fb054ff8"/>
    <p:sldId xmlns:r="http://schemas.openxmlformats.org/officeDocument/2006/relationships" id="257" r:id="R0d4036ee44544e32"/>
    <p:sldId xmlns:r="http://schemas.openxmlformats.org/officeDocument/2006/relationships" id="258" r:id="R349a877f680648d9"/>
    <p:sldId xmlns:r="http://schemas.openxmlformats.org/officeDocument/2006/relationships" id="259" r:id="R112a9ef4b307475f"/>
    <p:sldId xmlns:r="http://schemas.openxmlformats.org/officeDocument/2006/relationships" id="260" r:id="R15b3e2a8abe54959"/>
    <p:sldId xmlns:r="http://schemas.openxmlformats.org/officeDocument/2006/relationships" id="261" r:id="Ra9a3b7477906485e"/>
    <p:sldId xmlns:r="http://schemas.openxmlformats.org/officeDocument/2006/relationships" id="262" r:id="R5511a8277841441e"/>
    <p:sldId xmlns:r="http://schemas.openxmlformats.org/officeDocument/2006/relationships" id="263" r:id="Re661af6f748d4d79"/>
    <p:sldId xmlns:r="http://schemas.openxmlformats.org/officeDocument/2006/relationships" id="264" r:id="Rc8cd031ab2c94d9d"/>
    <p:sldId xmlns:r="http://schemas.openxmlformats.org/officeDocument/2006/relationships" id="265" r:id="Re08cbf529dea43c6"/>
    <p:sldId xmlns:r="http://schemas.openxmlformats.org/officeDocument/2006/relationships" id="266" r:id="R6b4ff5b73e3b426c"/>
    <p:sldId xmlns:r="http://schemas.openxmlformats.org/officeDocument/2006/relationships" id="267" r:id="Rf43e9d3fd92940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1584182265419d" /><Relationship Type="http://schemas.openxmlformats.org/officeDocument/2006/relationships/slideMaster" Target="/ppt/slideMasters/slideMaster1.xml" Id="Ra87aba21616b4c49" /><Relationship Type="http://schemas.openxmlformats.org/officeDocument/2006/relationships/notesMaster" Target="/ppt/notesMasters/notesMaster1.xml" Id="R1aa9dfb45cc748ee" /><Relationship Type="http://schemas.openxmlformats.org/officeDocument/2006/relationships/presProps" Target="/ppt/presProps.xml" Id="R5876a509233b4f40" /><Relationship Type="http://schemas.openxmlformats.org/officeDocument/2006/relationships/viewProps" Target="/ppt/viewProps.xml" Id="R297c44e64e454878" /><Relationship Type="http://schemas.openxmlformats.org/officeDocument/2006/relationships/tableStyles" Target="/ppt/tableStyles.xml" Id="Rde1125a16ef34bac" /><Relationship Type="http://schemas.openxmlformats.org/officeDocument/2006/relationships/slide" Target="/ppt/slides/slide1.xml" Id="Rcc2c2558fb054ff8" /><Relationship Type="http://schemas.openxmlformats.org/officeDocument/2006/relationships/slide" Target="/ppt/slides/slide2.xml" Id="R0d4036ee44544e32" /><Relationship Type="http://schemas.openxmlformats.org/officeDocument/2006/relationships/slide" Target="/ppt/slides/slide3.xml" Id="R349a877f680648d9" /><Relationship Type="http://schemas.openxmlformats.org/officeDocument/2006/relationships/slide" Target="/ppt/slides/slide4.xml" Id="R112a9ef4b307475f" /><Relationship Type="http://schemas.openxmlformats.org/officeDocument/2006/relationships/slide" Target="/ppt/slides/slide5.xml" Id="R15b3e2a8abe54959" /><Relationship Type="http://schemas.openxmlformats.org/officeDocument/2006/relationships/slide" Target="/ppt/slides/slide6.xml" Id="Ra9a3b7477906485e" /><Relationship Type="http://schemas.openxmlformats.org/officeDocument/2006/relationships/slide" Target="/ppt/slides/slide7.xml" Id="R5511a8277841441e" /><Relationship Type="http://schemas.openxmlformats.org/officeDocument/2006/relationships/slide" Target="/ppt/slides/slide8.xml" Id="Re661af6f748d4d79" /><Relationship Type="http://schemas.openxmlformats.org/officeDocument/2006/relationships/slide" Target="/ppt/slides/slide9.xml" Id="Rc8cd031ab2c94d9d" /><Relationship Type="http://schemas.openxmlformats.org/officeDocument/2006/relationships/slide" Target="/ppt/slides/slide10.xml" Id="Re08cbf529dea43c6" /><Relationship Type="http://schemas.openxmlformats.org/officeDocument/2006/relationships/slide" Target="/ppt/slides/slide11.xml" Id="R6b4ff5b73e3b426c" /><Relationship Type="http://schemas.openxmlformats.org/officeDocument/2006/relationships/slide" Target="/ppt/slides/slide12.xml" Id="Rf43e9d3fd92940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5bbd5e8e8542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db288e9cb44fd1" /><Relationship Type="http://schemas.openxmlformats.org/officeDocument/2006/relationships/notesMaster" Target="/ppt/notesMasters/notesMaster1.xml" Id="R08abf4415ce84e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c665b046224a5e" /><Relationship Type="http://schemas.openxmlformats.org/officeDocument/2006/relationships/notesMaster" Target="/ppt/notesMasters/notesMaster1.xml" Id="Rebc0078d8a9b44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8e48e881ae4e04" /><Relationship Type="http://schemas.openxmlformats.org/officeDocument/2006/relationships/notesMaster" Target="/ppt/notesMasters/notesMaster1.xml" Id="R8acd55e509d840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5c431e09e14866" /><Relationship Type="http://schemas.openxmlformats.org/officeDocument/2006/relationships/notesMaster" Target="/ppt/notesMasters/notesMaster1.xml" Id="Re3907c1a6a0b48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9f2facc65b4ebc" /><Relationship Type="http://schemas.openxmlformats.org/officeDocument/2006/relationships/notesMaster" Target="/ppt/notesMasters/notesMaster1.xml" Id="Rbfc0c22f4b0643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7ca45509c64da3" /><Relationship Type="http://schemas.openxmlformats.org/officeDocument/2006/relationships/notesMaster" Target="/ppt/notesMasters/notesMaster1.xml" Id="R005ffed274614e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c65a4104d84156" /><Relationship Type="http://schemas.openxmlformats.org/officeDocument/2006/relationships/notesMaster" Target="/ppt/notesMasters/notesMaster1.xml" Id="R3be5d39b8ab547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318857e2734611" /><Relationship Type="http://schemas.openxmlformats.org/officeDocument/2006/relationships/notesMaster" Target="/ppt/notesMasters/notesMaster1.xml" Id="R6fc66b3dc28a4c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810fba70754485" /><Relationship Type="http://schemas.openxmlformats.org/officeDocument/2006/relationships/notesMaster" Target="/ppt/notesMasters/notesMaster1.xml" Id="R7c782ec102c54a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e3ac916f35410f" /><Relationship Type="http://schemas.openxmlformats.org/officeDocument/2006/relationships/notesMaster" Target="/ppt/notesMasters/notesMaster1.xml" Id="R497694f865cb49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578bb6632d4a88" /><Relationship Type="http://schemas.openxmlformats.org/officeDocument/2006/relationships/notesMaster" Target="/ppt/notesMasters/notesMaster1.xml" Id="R5bbe5525027a43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720e1a623941ce" /><Relationship Type="http://schemas.openxmlformats.org/officeDocument/2006/relationships/notesMaster" Target="/ppt/notesMasters/notesMaster1.xml" Id="Re1e12d7c2a3b4c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Представляем решение задачи №5 Геоскана. Планер распределяет работы между группой БВС, сравнивает время завершения и суммарный налёт, затем сохраняет проверяемый результат. Показываем инженерную модель без подключения настоящих аппаратов.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 и доказательства:</a:t>
            </a:r>
            <a:endParaRPr/>
          </a:p>
          <a:p xmlns:a="http://schemas.openxmlformats.org/drawingml/2006/main">
            <a:pPr>
              <a:buNone/>
            </a:pPr>
            <a:r>
              <a:t>docs/geoscan-md/geoscan-track5-tz.md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Нужно согласовать работы, установленное оборудование, текущий заряд и ограничения. Выход системы содержит назначения, маршруты, расписание и причины выбора. Карта и симуляция объясняют расчёт, а экспорт позволяет повторить проверку.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 и доказательства:</a:t>
            </a:r>
            <a:endParaRPr/>
          </a:p>
          <a:p xmlns:a="http://schemas.openxmlformats.org/drawingml/2006/main">
            <a:pPr>
              <a:buNone/>
            </a:pPr>
            <a:r>
              <a:t>docs/geoscan-md/geoscan-track5-tz.md, §2–5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Веб работает с локальным HTTP API. Ядро написано на TypeScript и использует CPU. Схема проверяет вход, решатель строит кандидатов, а постпроверка заново проверяет ограничения. Данные оператора хранятся в IndexedDB. GPU и внешняя ML-модель не нужны.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 и доказательства:</a:t>
            </a:r>
            <a:endParaRPr/>
          </a:p>
          <a:p xmlns:a="http://schemas.openxmlformats.org/drawingml/2006/main">
            <a:pPr>
              <a:buNone/>
            </a:pPr>
            <a:r>
              <a:t>docs/planner/submission/SOLUTION-PASSPORT.md, §2</a:t>
            </a:r>
            <a:endParaRPr/>
          </a:p>
          <a:p xmlns:a="http://schemas.openxmlformats.org/drawingml/2006/main">
            <a:pPr>
              <a:buNone/>
            </a:pPr>
            <a:r>
              <a:t>package-lock.json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Сначала формируем полосы покрытия, затем перебираем ограниченный набор пакетов, порядков и назначений. Расписание учитывает окна работ, готовность, энергию и ограничения. Две цели используют один вход и общий пул допустимых кандидатов. Баланс показываем только при отличающемся плане. Глобальную оптимальность не заявляем.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 и доказательства:</a:t>
            </a:r>
            <a:endParaRPr/>
          </a:p>
          <a:p xmlns:a="http://schemas.openxmlformats.org/drawingml/2006/main">
            <a:pPr>
              <a:buNone/>
            </a:pPr>
            <a:r>
              <a:t>lib/planner/mission-engine.ts</a:t>
            </a:r>
            <a:endParaRPr/>
          </a:p>
          <a:p xmlns:a="http://schemas.openxmlformats.org/drawingml/2006/main">
            <a:pPr>
              <a:buNone/>
            </a:pPr>
            <a:r>
              <a:t>lib/planner/mission-validation.ts</a:t>
            </a:r>
            <a:endParaRPr/>
          </a:p>
          <a:p xmlns:a="http://schemas.openxmlformats.org/drawingml/2006/main">
            <a:pPr>
              <a:buNone/>
            </a:pPr>
            <a:r>
              <a:t>lib/planner/mission-comparison.ts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Работы могут иметь разные участки, качество, время и допустимые аппараты. Параметры участков можно наследовать или задавать отдельно. Препятствия общие для всей миссии. Четыре главные вкладки оставляют детали по запросу.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 и доказательства:</a:t>
            </a:r>
            <a:endParaRPr/>
          </a:p>
          <a:p xmlns:a="http://schemas.openxmlformats.org/drawingml/2006/main">
            <a:pPr>
              <a:buNone/>
            </a:pPr>
            <a:r>
              <a:t>docs/planner/submission/INTERFACE-GUIDE.md</a:t>
            </a:r>
            <a:endParaRPr/>
          </a:p>
          <a:p xmlns:a="http://schemas.openxmlformats.org/drawingml/2006/main">
            <a:pPr>
              <a:buNone/>
            </a:pPr>
            <a:r>
              <a:t>evidence/browser/dispatcher.json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Каталог включает Gemini, 801 и самолёт 201 с отдельной динамической моделью. Паспортные максимумы не заменяют рабочие бюджеты. Состояние батареи переносится между вылетами. Импорт показывает конфликты ID, а базы сохраняют постоянную идентичность. Настоящая телеметрия пока не подключена.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 и доказательства:</a:t>
            </a:r>
            <a:endParaRPr/>
          </a:p>
          <a:p xmlns:a="http://schemas.openxmlformats.org/drawingml/2006/main">
            <a:pPr>
              <a:buNone/>
            </a:pPr>
            <a:r>
              <a:t>lib/planner/mission-vehicle-catalog.ts</a:t>
            </a:r>
            <a:endParaRPr/>
          </a:p>
          <a:p xmlns:a="http://schemas.openxmlformats.org/drawingml/2006/main">
            <a:pPr>
              <a:buNone/>
            </a:pPr>
            <a:r>
              <a:t>docs/planner/submission/SOLUTION-PASSPORT.md, §5, 8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Первый пример показывает полный цикл фотосъёмки квадрата. Второй добавляет препятствие и конфликтующие траектории. Третий намеренно недостаточен по ресурсу: система объясняет отказ и проверяет гипотезу замены батареи. Все исходные JSON входят в поставку.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 и доказательства:</a:t>
            </a:r>
            <a:endParaRPr/>
          </a:p>
          <a:p xmlns:a="http://schemas.openxmlformats.org/drawingml/2006/main">
            <a:pPr>
              <a:buNone/>
            </a:pPr>
            <a:r>
              <a:t>docs/planner/submission/DEMO-SCRIPT.md</a:t>
            </a:r>
            <a:endParaRPr/>
          </a:p>
          <a:p xmlns:a="http://schemas.openxmlformats.org/drawingml/2006/main">
            <a:pPr>
              <a:buNone/>
            </a:pPr>
            <a:r>
              <a:t>public/planner/scenarios/demo-01-survey.mission.json</a:t>
            </a:r>
            <a:endParaRPr/>
          </a:p>
          <a:p xmlns:a="http://schemas.openxmlformats.org/drawingml/2006/main">
            <a:pPr>
              <a:buNone/>
            </a:pPr>
            <a:r>
              <a:t>public/planner/scenarios/demo-02-obstacles.mission.json</a:t>
            </a:r>
            <a:endParaRPr/>
          </a:p>
          <a:p xmlns:a="http://schemas.openxmlformats.org/drawingml/2006/main">
            <a:pPr>
              <a:buNone/>
            </a:pPr>
            <a:r>
              <a:t>public/planner/scenarios/demo-03-repair.mission.json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Разнесение проверяем непрерывно по модельным сегментам. Учитываем защитные объёмы и занятость площадок. Дополнительный анализ проверяет управляемый уход при исходных условиях. Параллельные миссии допускаем только в независимых районах, а действующий план пересматриваем на безопасной наземной точке.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 и доказательства:</a:t>
            </a:r>
            <a:endParaRPr/>
          </a:p>
          <a:p xmlns:a="http://schemas.openxmlformats.org/drawingml/2006/main">
            <a:pPr>
              <a:buNone/>
            </a:pPr>
            <a:r>
              <a:t>lib/planner/mission-validation.ts</a:t>
            </a:r>
            <a:endParaRPr/>
          </a:p>
          <a:p xmlns:a="http://schemas.openxmlformats.org/drawingml/2006/main">
            <a:pPr>
              <a:buNone/>
            </a:pPr>
            <a:r>
              <a:t>lib/planner/mission-coordination.ts</a:t>
            </a:r>
            <a:endParaRPr/>
          </a:p>
          <a:p xmlns:a="http://schemas.openxmlformats.org/drawingml/2006/main">
            <a:pPr>
              <a:buNone/>
            </a:pPr>
            <a:r>
              <a:t>lib/planner/mission-contingency.ts</a:t>
            </a:r>
            <a:endParaRPr/>
          </a:p>
          <a:p xmlns:a="http://schemas.openxmlformats.org/drawingml/2006/main">
            <a:pPr>
              <a:buNone/>
            </a:pPr>
            <a:r>
              <a:t>tests/mission-eight-points.test.ts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Фиксированный набор содержит 21 задачу и три повтора. Полный план нашёлся для 11 задач, базовые методы решили 10. В таблице медианная экономия на 10 сопоставимых задачах, то есть 30 парах с повторами. Последовательный baseline даёт более крупный эффект, поэтому рядом показан и более сильный параллельный baseline. Неполные и отказные случаи сохранены.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 и доказательства:</a:t>
            </a:r>
            <a:endParaRPr/>
          </a:p>
          <a:p xmlns:a="http://schemas.openxmlformats.org/drawingml/2006/main">
            <a:pPr>
              <a:buNone/>
            </a:pPr>
            <a:r>
              <a:t>docs/planner/submission/evidence/benchmark/report.json</a:t>
            </a:r>
            <a:endParaRPr/>
          </a:p>
          <a:p xmlns:a="http://schemas.openxmlformats.org/drawingml/2006/main">
            <a:pPr>
              <a:buNone/>
            </a:pPr>
            <a:r>
              <a:t>docs/planner/submission/evidence/benchmark/verification.json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Тесты покрывают ядро, хранилища, импорт, безопасность и интерфейс. Отчёт запуска содержит вход, конкретный план, журнал достигнутого времени и состояние аппаратов. При пересмотре сохраняется цепочка версий. CLI повторно проверяет данные и отвергает подмену.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 и доказательства:</a:t>
            </a:r>
            <a:endParaRPr/>
          </a:p>
          <a:p xmlns:a="http://schemas.openxmlformats.org/drawingml/2006/main">
            <a:pPr>
              <a:buNone/>
            </a:pPr>
            <a:r>
              <a:t>docs/planner/submission/VERIFICATION.md</a:t>
            </a:r>
            <a:endParaRPr/>
          </a:p>
          <a:p xmlns:a="http://schemas.openxmlformats.org/drawingml/2006/main">
            <a:pPr>
              <a:buNone/>
            </a:pPr>
            <a:r>
              <a:t>docs/planner/submission/evidence/browser/run.report.json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Готов инженерный стенд с модельной симуляцией. Для реального применения нужны DEM и согласованные системы высот, телеметрия, калибровка энергии и съёмки, приёмка форматов автопилотом и полевые испытания. Эти ограничения указаны в документации и не считаются пройденными по количеству тестов.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 и доказательства:</a:t>
            </a:r>
            <a:endParaRPr/>
          </a:p>
          <a:p xmlns:a="http://schemas.openxmlformats.org/drawingml/2006/main">
            <a:pPr>
              <a:buNone/>
            </a:pPr>
            <a:r>
              <a:t>docs/planner/submission/KNOWN-LIMITATIONS.md</a:t>
            </a:r>
            <a:endParaRPr/>
          </a:p>
          <a:p xmlns:a="http://schemas.openxmlformats.org/drawingml/2006/main">
            <a:pPr>
              <a:buNone/>
            </a:pPr>
            <a:r>
              <a:t>docs/planner/submission/SOLUTION-PASSPORT.md, §14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В репозитории находятся исходники, Docker, демонстрационные входы, презентация, паспорт, инструкция и доказательства. Стартовая точка — README. Репозиторий остаётся закрытым, доступ выдаёт владелец после получения логинов экспертов. Спасибо.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 и доказательства:</a:t>
            </a:r>
            <a:endParaRPr/>
          </a:p>
          <a:p xmlns:a="http://schemas.openxmlformats.org/drawingml/2006/main">
            <a:pPr>
              <a:buNone/>
            </a:pPr>
            <a:r>
              <a:t>README.md</a:t>
            </a:r>
            <a:endParaRPr/>
          </a:p>
          <a:p xmlns:a="http://schemas.openxmlformats.org/drawingml/2006/main">
            <a:pPr>
              <a:buNone/>
            </a:pPr>
            <a:r>
              <a:t>docs/planner/submission/README.md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6c003c9aa44ae3" /><Relationship Type="http://schemas.openxmlformats.org/officeDocument/2006/relationships/image" Target="/ppt/media/image2.png" Id="Rf2acbda6ec6849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a620b817a4c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d0d80bf7e348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207f6937c4e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3e853d7e340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2ebe3ef14427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996462768450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5a909d04334b7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7e706e1b0d4e7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e6dda2f4e249b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b90603e4d43f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a6c038e2b743f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9a11cfea014d3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e2386e509405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d680c4ff6449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da4e45e52340d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6bc79e80ec440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ccb9272144176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13190a8f24cd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f4a795ad04a2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62799f17a4fd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20f7851bc4ce5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2d13598a3474b" /></Relationships>
</file>

<file path=ppt/slideLayouts/slideLayout1.xml><?xml version="1.0" encoding="utf-8"?>
<p:sldLayout xmlns:p="http://schemas.openxmlformats.org/presentationml/2006/main" showMasterSp="1" showMasterPhAnim="0" matchingName="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f2acbda6ec684916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1474930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4722073A-6E68-4D09-9627-DA862D7C54F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Иконка задачи</a:t>
            </a:r>
            <a:endParaRPr/>
          </a:p>
        </p:txBody>
      </p:sp>
      <p:sp>
        <p:nvSpPr>
          <p:cNvPr id="101044194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C0565E4-31EC-4EFB-8CE4-42CE072CC06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НАЗВАНИЕ КОМАНДЫ</a:t>
            </a:r>
            <a:endParaRPr/>
          </a:p>
        </p:txBody>
      </p:sp>
      <p:sp>
        <p:nvSpPr>
          <p:cNvPr id="1963311200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D46A8373-735A-47E7-B344-48D2AC763EC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Логотип/логотипы постановщика задачи</a:t>
            </a:r>
            <a:endParaRPr/>
          </a:p>
        </p:txBody>
      </p:sp>
      <p:sp>
        <p:nvSpPr>
          <p:cNvPr id="512393878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46D314C8-B0E8-4833-889C-65AF2728FA1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pPr>
              <a:buNone/>
            </a:pPr>
            <a:r>
              <a:rPr sz="1600" b="0"/>
              <a:t>Номер и название задачи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0" matchingName="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6540476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328BC512-64F7-40C8-9AEF-7014B2A7C18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Фото команды</a:t>
            </a:r>
            <a:endParaRPr/>
          </a:p>
        </p:txBody>
      </p:sp>
      <p:sp>
        <p:nvSpPr>
          <p:cNvPr id="182421043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F1EF6BF-6740-4245-ABE4-F98CD0AEC5C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КОМАНДА «НАЗВАНИЕ»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showMasterPhAnim="0" matchingName="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9068023" name="Дата 3">
            <a:extLst xmlns:a="http://schemas.openxmlformats.org/drawingml/2006/main">
              <a:ext uri="{FF2B5EF4-FFF2-40B4-BE49-F238E27FC236}">
                <a16:creationId xmlns:a16="http://schemas.microsoft.com/office/drawing/2014/main" id="{6D08710A-E895-447D-A98D-2BA756B9A89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67EB9651-F031-4963-AFE9-33BCC0E88757}" type="datetime1">
              <a:t>15.09.2026</a:t>
            </a:fld>
            <a:endParaRPr/>
          </a:p>
        </p:txBody>
      </p:sp>
      <p:sp>
        <p:nvSpPr>
          <p:cNvPr id="910024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B40AB35D-30A1-4122-B6AB-395C4BA110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0769659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30D7DAD9-77F8-463F-9195-4B6C17AEF9B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70724057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AB2F498-50FB-4FD6-AD95-0A4F8C1BFA6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КОМАНДА «НАЗВАНИЕ»</a:t>
            </a:r>
            <a:endParaRPr/>
          </a:p>
        </p:txBody>
      </p:sp>
      <p:sp>
        <p:nvSpPr>
          <p:cNvPr id="9737120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ABCCA3B-DC66-4FAE-BEBF-F302840ACCD8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8620073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4CD978B-ED19-4873-9494-0DB64BA2E3E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19815058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108C862-06E3-4FCD-888B-3775A8D07C8C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2291775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EBB4A90-B34C-4AEA-BFB6-5D2DBC29F52A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6516323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5728E94-6242-4A1B-AC47-E97651E9360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1" showMasterPhAnim="0" matchingName="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0321604" name="Дата 3">
            <a:extLst xmlns:a="http://schemas.openxmlformats.org/drawingml/2006/main">
              <a:ext uri="{FF2B5EF4-FFF2-40B4-BE49-F238E27FC236}">
                <a16:creationId xmlns:a16="http://schemas.microsoft.com/office/drawing/2014/main" id="{C5210934-4E7A-44AA-8341-B346DFB2A5C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1021F813-DBA1-42EC-A748-A9CC16659E6B}" type="datetime1">
              <a:t>15.09.2026</a:t>
            </a:fld>
            <a:endParaRPr/>
          </a:p>
        </p:txBody>
      </p:sp>
      <p:sp>
        <p:nvSpPr>
          <p:cNvPr id="333384148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3FF0463-C551-406A-BFAA-F1B8FB6ADA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255841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4FE4AF2-16A6-44CC-AD9D-9BD6814FA8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3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1" showMasterPhAnim="0" matchingName="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428510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E746FD3A-23C9-4E32-82A1-8150B98852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631567691" name="Дата 3">
            <a:extLst xmlns:a="http://schemas.openxmlformats.org/drawingml/2006/main">
              <a:ext uri="{FF2B5EF4-FFF2-40B4-BE49-F238E27FC236}">
                <a16:creationId xmlns:a16="http://schemas.microsoft.com/office/drawing/2014/main" id="{B9F53E0A-5D55-4FFF-8431-E80326485D6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7DE2642A-6018-4CC1-81AB-5FD8D2782D4F}" type="datetime1">
              <a:t>15.09.2026</a:t>
            </a:fld>
            <a:endParaRPr/>
          </a:p>
        </p:txBody>
      </p:sp>
      <p:sp>
        <p:nvSpPr>
          <p:cNvPr id="160778017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E71F3CB-478F-48AF-9105-3FB2ABF48A1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9699738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F95A3962-C260-42DF-9F56-D943879A0C7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485596528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775DBA1-7F5E-4205-A1CB-381832009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1" showMasterPhAnim="0" matchingName="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4299677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A5F97A6D-A04D-40CC-96DF-739ACB3E70F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826407096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0FCE1A80-A9D1-4DC6-90C7-836BFEA92E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2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338508088" name="Дата 3">
            <a:extLst xmlns:a="http://schemas.openxmlformats.org/drawingml/2006/main">
              <a:ext uri="{FF2B5EF4-FFF2-40B4-BE49-F238E27FC236}">
                <a16:creationId xmlns:a16="http://schemas.microsoft.com/office/drawing/2014/main" id="{8EE1F64B-77E6-4918-93C1-0472655B14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3014BBE-C503-4380-A869-5EE8294FE947}" type="datetime1">
              <a:t>15.09.2026</a:t>
            </a:fld>
            <a:endParaRPr/>
          </a:p>
        </p:txBody>
      </p:sp>
      <p:sp>
        <p:nvSpPr>
          <p:cNvPr id="60687758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BA9DE9C-DAA6-486F-9788-252BC8E7AFF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7981826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B397616-D453-4AFB-A37D-42FF9A0F489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395958979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94EA2F7-9EFD-493E-9C0B-DE21970563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1" showMasterPhAnim="0" matchingName="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37750186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07C32AA0-E0B5-4DD0-8A14-A0B3E0EC4F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81396621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C4F0B06-00FC-4C82-A099-FB9035F8766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970342822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B6E07FE4-F52F-42CA-BD51-5E6F1F1E911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780847399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0CEDFC4C-460A-4624-AA10-9B26D9C7BAF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2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426873105" name="Дата 3">
            <a:extLst xmlns:a="http://schemas.openxmlformats.org/drawingml/2006/main">
              <a:ext uri="{FF2B5EF4-FFF2-40B4-BE49-F238E27FC236}">
                <a16:creationId xmlns:a16="http://schemas.microsoft.com/office/drawing/2014/main" id="{CB763378-B5F5-4DCE-BADB-D035B55ECD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0D568497-304A-497F-ADAE-97D3CF462C1C}" type="datetime1">
              <a:t>15.09.2026</a:t>
            </a:fld>
            <a:endParaRPr/>
          </a:p>
        </p:txBody>
      </p:sp>
      <p:sp>
        <p:nvSpPr>
          <p:cNvPr id="79338273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FB5F860-7262-405F-854D-9181424DEF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4716213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5D19C29-1F73-4BE6-8411-E5DBA7184D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7747478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2C5E388-9394-4672-95FB-09C659A60E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1" showMasterPhAnim="0" matchingName="" type="blank" preserve="1" userDrawn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8943158" name="Дата 3">
            <a:extLst xmlns:a="http://schemas.openxmlformats.org/drawingml/2006/main">
              <a:ext uri="{FF2B5EF4-FFF2-40B4-BE49-F238E27FC236}">
                <a16:creationId xmlns:a16="http://schemas.microsoft.com/office/drawing/2014/main" id="{141EA6A2-62FC-43D3-A582-6B8B2230134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2CB240C-04A3-49D4-83F9-87A9C6C414DC}" type="datetime1">
              <a:t>15.09.2026</a:t>
            </a:fld>
            <a:endParaRPr/>
          </a:p>
        </p:txBody>
      </p:sp>
      <p:sp>
        <p:nvSpPr>
          <p:cNvPr id="1946565261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F79E8F2-B71A-49E8-8627-6A59EE5FB3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83175302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87F2BCA-87E6-4CB6-ADA8-D7B0CEF13DF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1" showMasterPhAnim="0" matchingName="" type="objTx" preserve="1" userDrawn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381983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5551E85-CA18-495E-A88F-E6189D5D4FF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188660134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8DB46053-EF41-476B-9A15-DEB8E578160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50"/>
            </a:lvl1pPr>
            <a:lvl2pPr>
              <a:buNone/>
              <a:defRPr sz="1500"/>
            </a:lvl2pPr>
            <a:lvl3pPr>
              <a:buNone/>
              <a:defRPr sz="1250"/>
            </a:lvl3pPr>
            <a:lvl4pPr>
              <a:buNone/>
              <a:defRPr sz="1150"/>
            </a:lvl4pPr>
            <a:lvl5pPr>
              <a:buNone/>
              <a:defRPr sz="1150"/>
            </a:lvl5pPr>
            <a:lvl6pPr>
              <a:buNone/>
              <a:defRPr sz="1250"/>
            </a:lvl6pPr>
            <a:lvl7pPr>
              <a:buNone/>
              <a:defRPr sz="1250"/>
            </a:lvl7pPr>
            <a:lvl8pPr>
              <a:buNone/>
              <a:defRPr sz="1250"/>
            </a:lvl8pPr>
            <a:lvl9pPr>
              <a:buNone/>
              <a:defRPr sz="125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860632406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B8013DBA-C065-4F50-B09C-2DDE6D8DD3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072290199" name="Дата 3">
            <a:extLst xmlns:a="http://schemas.openxmlformats.org/drawingml/2006/main">
              <a:ext uri="{FF2B5EF4-FFF2-40B4-BE49-F238E27FC236}">
                <a16:creationId xmlns:a16="http://schemas.microsoft.com/office/drawing/2014/main" id="{01B1F456-999A-4A5D-BFF5-A613959996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E74468B-3512-454B-AB51-7AE95604D39E}" type="datetime1">
              <a:t>15.09.2026</a:t>
            </a:fld>
            <a:endParaRPr/>
          </a:p>
        </p:txBody>
      </p:sp>
      <p:sp>
        <p:nvSpPr>
          <p:cNvPr id="198809990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B16CE21-6DCE-4570-8A7C-D7F7C55D868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0033633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0632ECB-9916-4CE0-9780-7C812B32E4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1" showMasterPhAnim="0" matchingName="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7250847" name="Дата 4">
            <a:extLst xmlns:a="http://schemas.openxmlformats.org/drawingml/2006/main">
              <a:ext uri="{FF2B5EF4-FFF2-40B4-BE49-F238E27FC236}">
                <a16:creationId xmlns:a16="http://schemas.microsoft.com/office/drawing/2014/main" id="{F604D260-96EE-423F-AA00-82F1B0A043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ABAB2196-A440-4E25-B9FF-D0ADB01B1A15}" type="datetime1">
              <a:t>15.09.2026</a:t>
            </a:fld>
            <a:endParaRPr/>
          </a:p>
        </p:txBody>
      </p:sp>
      <p:sp>
        <p:nvSpPr>
          <p:cNvPr id="951955627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6ACF4B3-FF49-432F-AB50-B46A970D0D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89852506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8A4A838-3F36-435A-8D27-5878D623DF56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56944297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4F7A77B-3F7C-491F-9C7A-D2C700F236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1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1" showMasterPhAnim="0" matchingName="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8238563" name="Дата 3">
            <a:extLst xmlns:a="http://schemas.openxmlformats.org/drawingml/2006/main">
              <a:ext uri="{FF2B5EF4-FFF2-40B4-BE49-F238E27FC236}">
                <a16:creationId xmlns:a16="http://schemas.microsoft.com/office/drawing/2014/main" id="{0F886C43-EA8F-4FCB-82B0-F1C79BD651E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C7BAE699-64F9-49EF-B784-2DEF2B221955}" type="datetime1">
              <a:t>15.09.2026</a:t>
            </a:fld>
            <a:endParaRPr/>
          </a:p>
        </p:txBody>
      </p:sp>
      <p:sp>
        <p:nvSpPr>
          <p:cNvPr id="855201641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B8524214-5B33-4B87-8D26-3A6F48C7E96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4754235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2E3D35F-C0AF-4F01-B83D-55A19765B7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93835698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7CC22239-33E0-4F68-91B2-6DF0E42157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9754967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12045BD8-919A-4DD6-A166-DCE9CA5959AF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49067220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88989BF-D2C7-449C-B13D-45E85414AB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204627909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32A96F51-9B17-43AA-B558-B82F93F35D89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31413658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272F350-AAF9-43D8-9B9C-CE194D3D468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57428558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E69C991-A010-4C0B-AE34-A170BD9899A2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212108895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ED96C2E-60A3-4FBA-A437-E1C47FA4C2C0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00854634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8F77DE61-78AB-4003-8D0F-D083E85F6C9D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86196915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9D825D0B-AC0F-425E-91BD-C976395E7020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111588338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A98BC1E-30F8-4E52-8C53-CE9B70AD9C0F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28842873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9E206B-13B1-4CF2-92A3-EA0DDC809AEF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34025198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168BD13-6FE0-485B-964F-385399FAF4FC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265985678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BBED60E-06EE-4CAE-A741-05EFBC5A8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74652499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B14B10F-A1C9-4ACC-A69E-996163963D71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2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  <a:endParaRPr/>
          </a:p>
        </p:txBody>
      </p:sp>
      <p:sp>
        <p:nvSpPr>
          <p:cNvPr id="162343668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617E9CC9-17EA-4720-9B47-0CB0ACA80500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  <a:endParaRPr/>
          </a:p>
        </p:txBody>
      </p:sp>
      <p:sp>
        <p:nvSpPr>
          <p:cNvPr id="94963358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133C726-9E30-4E02-9D68-2EDC0625544C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  <a:endParaRPr/>
          </a:p>
        </p:txBody>
      </p:sp>
      <p:sp>
        <p:nvSpPr>
          <p:cNvPr id="147832033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AC96911-EB53-4016-BC3C-263DDFF92770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  <a:endParaRPr/>
          </a:p>
        </p:txBody>
      </p:sp>
      <p:sp>
        <p:nvSpPr>
          <p:cNvPr id="97083774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BBA74BA6-6CCD-4D54-852F-72F0D173B09D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  <a:endParaRPr/>
          </a:p>
        </p:txBody>
      </p:sp>
      <p:sp>
        <p:nvSpPr>
          <p:cNvPr id="15463693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15767E9-1073-4141-BF9B-7F5BDBAE6010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1" showMasterPhAnim="0" matchingName="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363416" name="Дата 3">
            <a:extLst xmlns:a="http://schemas.openxmlformats.org/drawingml/2006/main">
              <a:ext uri="{FF2B5EF4-FFF2-40B4-BE49-F238E27FC236}">
                <a16:creationId xmlns:a16="http://schemas.microsoft.com/office/drawing/2014/main" id="{CFC7ACCC-5766-4B9B-ADAA-512D7A3F99A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CAFA80CC-940E-479C-90C0-76DA923785E9}" type="datetime1">
              <a:t>15.09.2026</a:t>
            </a:fld>
            <a:endParaRPr/>
          </a:p>
        </p:txBody>
      </p:sp>
      <p:sp>
        <p:nvSpPr>
          <p:cNvPr id="85782608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C332F37E-B8C0-479F-B229-078445ED1B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11970069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CD2CCB75-B2DD-47E4-95DD-D97C5AF5BF7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10985192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B9D4B5C-8EE5-451F-AB10-22EEB37EBF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37645026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433467AF-A376-479B-B898-38DB9DFA780D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24359229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E84C5077-284F-43AF-93E4-C8D22B22E752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65456492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E7CC20A6-8850-4459-8069-390D6BAE633E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8782632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45607BD-7E57-4FFC-8456-73B0ABF03C6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1" showMasterPhAnim="0" matchingName="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4091375" name="Дата 3">
            <a:extLst xmlns:a="http://schemas.openxmlformats.org/drawingml/2006/main">
              <a:ext uri="{FF2B5EF4-FFF2-40B4-BE49-F238E27FC236}">
                <a16:creationId xmlns:a16="http://schemas.microsoft.com/office/drawing/2014/main" id="{06F7731B-7ECC-49E8-A508-38375BDEBB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82A4DA7B-A7D8-4443-AD1C-4C7CDC678488}" type="datetime1">
              <a:t>15.09.2026</a:t>
            </a:fld>
            <a:endParaRPr/>
          </a:p>
        </p:txBody>
      </p:sp>
      <p:sp>
        <p:nvSpPr>
          <p:cNvPr id="115028750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A1C5BE36-E66E-43B1-AC04-2B83B807F1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05679433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E49B4A36-2F37-44E4-99F8-A2EAD01C54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260375728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68910EB9-53BB-4285-8B6D-29DCCE1F109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  <a:endParaRPr/>
          </a:p>
        </p:txBody>
      </p:sp>
      <p:sp>
        <p:nvSpPr>
          <p:cNvPr id="17780204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D1748674-16B0-423B-81FC-231370E32FC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3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480185214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EC322682-BCE2-4924-96BB-93B05B5E3507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3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27097565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C66E8E35-8275-4229-9223-62F3DB7C2E41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3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9458724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667F8CFD-0EE7-41BB-AB1D-765816BFAE39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3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63816974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0748E595-0452-42E2-933F-91FC1E59D0F9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3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1" showMasterPhAnim="0" matchingName="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152793" name="Дата 3">
            <a:extLst xmlns:a="http://schemas.openxmlformats.org/drawingml/2006/main">
              <a:ext uri="{FF2B5EF4-FFF2-40B4-BE49-F238E27FC236}">
                <a16:creationId xmlns:a16="http://schemas.microsoft.com/office/drawing/2014/main" id="{25FC902B-FBC0-4D8F-B854-D1C0460A237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4E505DF-C567-47F2-9374-60838F800101}" type="datetime1">
              <a:t>15.09.2026</a:t>
            </a:fld>
            <a:endParaRPr/>
          </a:p>
        </p:txBody>
      </p:sp>
      <p:sp>
        <p:nvSpPr>
          <p:cNvPr id="159955748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C4F64C31-E047-48C2-96DB-7A86A1556EB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8587238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ACB1021-A470-4CC7-A418-7B4DE3D8F73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643982543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B929342-DD8C-4967-9146-E5C066F8CB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53797740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E71B8BD-28D2-409B-B7B8-B0B8831BA2F0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66319579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84182D4-FF33-495D-AA72-DA32C4868E7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92533809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F26CD1B-F9F3-4D2D-AFD3-65830F0EABC7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4835589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3C4E4CC-1080-4C30-9B90-665FEBCDC08F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418332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ABBF4E4-4607-4AD0-89F8-97E3B54695DC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3558540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9CC5EBD-1ADA-455D-B672-05C16EB23247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1" showMasterPhAnim="0" matchingName="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1419336" name="Дата 3">
            <a:extLst xmlns:a="http://schemas.openxmlformats.org/drawingml/2006/main">
              <a:ext uri="{FF2B5EF4-FFF2-40B4-BE49-F238E27FC236}">
                <a16:creationId xmlns:a16="http://schemas.microsoft.com/office/drawing/2014/main" id="{779B98CC-92D9-4069-B442-34D423C0671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2938A0C3-5C2F-47B8-B008-79A49A1195BA}" type="datetime1">
              <a:t>15.09.2026</a:t>
            </a:fld>
            <a:endParaRPr/>
          </a:p>
        </p:txBody>
      </p:sp>
      <p:sp>
        <p:nvSpPr>
          <p:cNvPr id="209351711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B9075B95-68D2-4263-B783-CA7C16BC2F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49823649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95A336B-3029-4F83-8394-77400B95C92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55085860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07F2381-1ADC-4FF0-8B52-84E1FCAA51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87263983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C06C3C6-C705-4851-BFF8-259228AEE014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52247954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A7D41BC-E244-4F34-B67D-467349F4E46D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78466813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7568535-E266-4BAD-BDE7-BA8A6BB2C101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52895084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4DF3AC5-B451-4249-981A-D9A9B22FCDCC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93925839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9340D6F-84FB-4629-A037-44FE6BD40E04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997892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29D055-BAC6-41FC-AF41-4422EF0C6F09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3025264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94E5873-0805-4725-A3E5-F7E9A0DE8E7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121297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4F977A9-474B-47E7-AF55-C04FA47101B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1" showMasterPhAnim="0" matchingName="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9072643" name="Дата 3">
            <a:extLst xmlns:a="http://schemas.openxmlformats.org/drawingml/2006/main">
              <a:ext uri="{FF2B5EF4-FFF2-40B4-BE49-F238E27FC236}">
                <a16:creationId xmlns:a16="http://schemas.microsoft.com/office/drawing/2014/main" id="{DA57F0DD-9077-45B0-ACDE-213351719C1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BF4F29EB-DFD0-428E-8E89-ED117A3553E3}" type="datetime1">
              <a:t>15.09.2026</a:t>
            </a:fld>
            <a:endParaRPr/>
          </a:p>
        </p:txBody>
      </p:sp>
      <p:sp>
        <p:nvSpPr>
          <p:cNvPr id="80315310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E0BB2657-4677-40D8-87FC-B8A49E33A33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43167614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F584F59B-8B11-4D31-9276-0AAA690363F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06332668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96454FF-2AD3-4160-8C6D-8EEDAC107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49367145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CADC6ED-EE41-4116-9183-A51B075E45C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5069956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8300BA9-5260-434E-9401-FCCCF54A52C1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3039139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2BEFC0-4CE4-4B31-8023-57D7841A8404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957569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7E48DBF-579B-4141-9D97-73F13058BEA0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120662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DDD029D-3378-420D-98E1-4A04867462B9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5150388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F9DD40-9042-466D-8D84-639B05C95D6E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8223613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C3A1E39-8F9B-43D8-A9AE-DC2DC96EF057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469489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1C7C53C-D7AE-4E30-A869-8BE2420AD843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showMasterSp="1" showMasterPhAnim="0" matchingName="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2611960" name="Дата 3">
            <a:extLst xmlns:a="http://schemas.openxmlformats.org/drawingml/2006/main">
              <a:ext uri="{FF2B5EF4-FFF2-40B4-BE49-F238E27FC236}">
                <a16:creationId xmlns:a16="http://schemas.microsoft.com/office/drawing/2014/main" id="{42BD6833-0D88-4306-9027-78C63A44BA5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52F0272-0FEA-44CE-966E-3D169B2F53D4}" type="datetime1">
              <a:t>15.09.2026</a:t>
            </a:fld>
            <a:endParaRPr/>
          </a:p>
        </p:txBody>
      </p:sp>
      <p:sp>
        <p:nvSpPr>
          <p:cNvPr id="26636504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B93A60C4-C096-47FF-A1A2-FD87123FE3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67059858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11F8196-9AF4-4A3B-A0A8-C8F5EB1D51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158293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29AE8D4-8D8A-446D-B362-F591252BB5E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9566170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9CB532E-8817-4960-BB02-3EDE59D1B8D9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3821779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F9A200C-2A04-4A5D-A749-7B84CE068D4E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50020649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E1DA45-459B-4BF0-A65B-65B9FECB80EF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6493368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AB69007-4728-4C21-A526-8034505BB622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3160650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EACD5C0-A86C-4507-8389-09E35F35DF72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325691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1CBEF07-F953-4716-943B-F210F1A9F749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495445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BF729ED-E41B-4C29-909A-24F56461DBB2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9749993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83CB3DF-1286-4BA3-89A0-08A50BDC69A1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86192546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BAF2C16-BF1B-4167-A550-E8FFF12FFBFD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3239433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929A997-2F4B-44C6-BFDD-D7BFAD406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showMasterSp="1" showMasterPhAnim="0" matchingName="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3749017" name="Дата 3">
            <a:extLst xmlns:a="http://schemas.openxmlformats.org/drawingml/2006/main">
              <a:ext uri="{FF2B5EF4-FFF2-40B4-BE49-F238E27FC236}">
                <a16:creationId xmlns:a16="http://schemas.microsoft.com/office/drawing/2014/main" id="{0BC1BD97-93B3-4163-9C6C-059051F0BFD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062B0DBE-B5A9-470E-85A9-7CC062D5339A}" type="datetime1">
              <a:t>15.09.2026</a:t>
            </a:fld>
            <a:endParaRPr/>
          </a:p>
        </p:txBody>
      </p:sp>
      <p:sp>
        <p:nvSpPr>
          <p:cNvPr id="103529559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EE1D012-6ECE-4565-835B-481367866B9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68152551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CD7B3C0-042F-419F-A2EB-B4803ED770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0404450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EEB7E7F-E75E-4B7C-BD88-AA3990C074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26191059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ADB0A18-3705-42B9-8359-C6CE8601F164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  <a:endParaRPr/>
          </a:p>
        </p:txBody>
      </p:sp>
      <p:sp>
        <p:nvSpPr>
          <p:cNvPr id="6498529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B452190-7833-4C39-ABD2-31598D00E5CF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53996641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A73074C-EB72-4457-8B92-3285D9420698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  <a:endParaRPr/>
          </a:p>
        </p:txBody>
      </p:sp>
      <p:sp>
        <p:nvSpPr>
          <p:cNvPr id="2614798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6DECD33-496E-4D10-A1C7-50144AACF9EF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  <a:endParaRPr/>
          </a:p>
        </p:txBody>
      </p:sp>
      <p:sp>
        <p:nvSpPr>
          <p:cNvPr id="158279560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27BE33-59B7-4538-A84E-396E4C8E35A0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  <a:endParaRPr/>
          </a:p>
        </p:txBody>
      </p:sp>
      <p:sp>
        <p:nvSpPr>
          <p:cNvPr id="43728052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F19802D-9C3E-4BFC-A322-395FCA63CB37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1" showMasterPhAnim="0" matchingName="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71605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E013EBD-BAC2-4A91-B98E-6EFA05CA822B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3441702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02293F-47AA-4088-B9CF-D44BC222984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D396B86-640F-4AD1-BBB2-E085B6CD8771}" type="datetime1">
              <a:t>15.09.2026</a:t>
            </a:fld>
            <a:endParaRPr/>
          </a:p>
        </p:txBody>
      </p:sp>
      <p:sp>
        <p:nvSpPr>
          <p:cNvPr id="2106671728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FE69306-3600-4BD2-98BB-EDFB19CDF72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10300595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84D8C03D-73A0-4BAF-9E64-F6F59A7E6D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03318929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38F4561-8C55-4D44-AE8F-89D0F546CE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826941784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AB1A451A-17CE-4BDA-BE89-9213DBF2DA01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90623915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E10D970A-BCD4-41A2-B47A-6E105AA9098B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21589817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55D874B-D907-4473-98BB-757FC74EAFDD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1" showMasterPhAnim="0" matchingName="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41766241" name="Дата 3">
            <a:extLst xmlns:a="http://schemas.openxmlformats.org/drawingml/2006/main">
              <a:ext uri="{FF2B5EF4-FFF2-40B4-BE49-F238E27FC236}">
                <a16:creationId xmlns:a16="http://schemas.microsoft.com/office/drawing/2014/main" id="{0AC5707B-B7BA-4A2F-9DA1-6E9F926BD49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3AF0E63-1EB1-47F5-B09E-CA3E5DE528F3}" type="datetime1">
              <a:t>15.09.2026</a:t>
            </a:fld>
            <a:endParaRPr/>
          </a:p>
        </p:txBody>
      </p:sp>
      <p:sp>
        <p:nvSpPr>
          <p:cNvPr id="97792789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13E461C5-9594-4CB0-B31A-86DB43C0F2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42633963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739C6EC-E52F-4380-96E5-BD1534150A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90635160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8BD96D8-D264-45F9-ABE4-7426A7DB05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336104082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29A6273-2546-42B6-AD0A-0565D27301B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3910967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32EA601D-F5CE-45F1-8247-0BEEBEF18C52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19495079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497DA2F8-BF9D-4936-AF1E-8285E9BE1967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99920680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0793B1D5-D335-4A69-9271-C00DF9B53FB0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showMasterSp="1" showMasterPhAnim="0" matchingName="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8572406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D65B455C-D200-4E32-922B-0348AEEFD8B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60636842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1E3D5EB-D4AD-495E-BA4A-DC53C61A8344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8906208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105F704-4C76-45E0-AC00-70EA893C812D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5370114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359EA05-4709-4F24-B1B8-2B1E3B18BD65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0" y="1641283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521415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4BCB642-F765-41C8-B04B-1FF825823B2B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0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3022213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E93E190-4F38-431F-BD47-1EB323385F41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06260723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839C9F1-F81C-4FC6-A250-4CB6D0930C3D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70259145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3B4B8B-BA17-473E-9413-25A8721ABF58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0" y="3864598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7046726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3256C43-23A1-492D-9E7D-C416B0CB7C31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0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cxnSp>
        <p:nvCxnSpPr>
          <p:cNvPr id="2030222147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0222148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0222149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0222150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3294175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64B21324-27EE-4B23-98A0-5A3658CB9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269759930" name="Дата 8">
            <a:extLst xmlns:a="http://schemas.openxmlformats.org/drawingml/2006/main">
              <a:ext uri="{FF2B5EF4-FFF2-40B4-BE49-F238E27FC236}">
                <a16:creationId xmlns:a16="http://schemas.microsoft.com/office/drawing/2014/main" id="{C8336E9B-D1E8-46B4-8934-2F6CA0294FE8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9D490EE5-ED7D-46E8-8345-A78A0CB0F4A4}" type="datetime1">
              <a:t>15.09.2026</a:t>
            </a:fld>
            <a:endParaRPr/>
          </a:p>
        </p:txBody>
      </p:sp>
      <p:sp>
        <p:nvSpPr>
          <p:cNvPr id="4610880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93CDDBC8-4E3E-4A8F-A850-A7B0C128F5F2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84403778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56689969-4596-4AFD-9459-1A60162434FC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1" showMasterPhAnim="0" matchingName="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869893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ADD64830-DC69-4FFA-8C34-A8119CE342DE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59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214367421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D56A47E-FEB4-46D5-AB5F-4F3208593D6C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6972648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A99098F1-E289-484E-B2AC-36DA1E28B836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53423663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3FCBFB5E-069B-4760-B58D-BB81296F05E6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549254647" name="Дата 3">
            <a:extLst xmlns:a="http://schemas.openxmlformats.org/drawingml/2006/main">
              <a:ext uri="{FF2B5EF4-FFF2-40B4-BE49-F238E27FC236}">
                <a16:creationId xmlns:a16="http://schemas.microsoft.com/office/drawing/2014/main" id="{FA5737DB-61D5-4465-BF12-5C60BFAF0C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C8C16AD-D907-4463-BE30-FCBB33ACAE3F}" type="datetime1">
              <a:t>15.09.2026</a:t>
            </a:fld>
            <a:endParaRPr/>
          </a:p>
        </p:txBody>
      </p:sp>
      <p:sp>
        <p:nvSpPr>
          <p:cNvPr id="189951155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B6E040F-08CE-4499-AEA5-AB0DB2EB03E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7480018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88BF7B48-E973-4E40-9AE1-73398ADD201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9877531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23629E55-6E9B-4682-A86E-79F2789C8CC8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764384465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6F923757-A364-4086-ADBA-19BAEEC2B86C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744544956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15F5C843-DE0E-4F38-92B4-3692EB1E21B1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43818744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AE6AA651-9808-4680-8197-6E5AECB511A6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211412538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A022F93-D2C3-465A-BB6B-21B83FC7E9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Sp="1" showMasterPhAnim="0" matchingName="" preserve="0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2aa40060793c49e7" /><Relationship Type="http://schemas.openxmlformats.org/officeDocument/2006/relationships/theme" Target="/ppt/slideMasters/theme/theme2.xml" Id="R76c7f6ad22784ac4" /><Relationship Type="http://schemas.openxmlformats.org/officeDocument/2006/relationships/slideLayout" Target="/ppt/slideLayouts/slideLayout1.xml" Id="Re461613b01c94131" /><Relationship Type="http://schemas.openxmlformats.org/officeDocument/2006/relationships/slideLayout" Target="/ppt/slideLayouts/slideLayout2.xml" Id="Rd55857270a584f29" /><Relationship Type="http://schemas.openxmlformats.org/officeDocument/2006/relationships/slideLayout" Target="/ppt/slideLayouts/slideLayout3.xml" Id="Rb1067d48cb294d19" /><Relationship Type="http://schemas.openxmlformats.org/officeDocument/2006/relationships/slideLayout" Target="/ppt/slideLayouts/slideLayout4.xml" Id="R55028f0db49d44e2" /><Relationship Type="http://schemas.openxmlformats.org/officeDocument/2006/relationships/slideLayout" Target="/ppt/slideLayouts/slideLayout5.xml" Id="R16a5f2f639ea4a83" /><Relationship Type="http://schemas.openxmlformats.org/officeDocument/2006/relationships/slideLayout" Target="/ppt/slideLayouts/slideLayout6.xml" Id="R0f810d9aaec24a20" /><Relationship Type="http://schemas.openxmlformats.org/officeDocument/2006/relationships/slideLayout" Target="/ppt/slideLayouts/slideLayout7.xml" Id="Rcfe710c07b514a30" /><Relationship Type="http://schemas.openxmlformats.org/officeDocument/2006/relationships/slideLayout" Target="/ppt/slideLayouts/slideLayout8.xml" Id="Rbb651666afa9456d" /><Relationship Type="http://schemas.openxmlformats.org/officeDocument/2006/relationships/slideLayout" Target="/ppt/slideLayouts/slideLayout9.xml" Id="R581823eb1f0f4511" /><Relationship Type="http://schemas.openxmlformats.org/officeDocument/2006/relationships/slideLayout" Target="/ppt/slideLayouts/slideLayout10.xml" Id="R4a15b2be453f4ab3" /><Relationship Type="http://schemas.openxmlformats.org/officeDocument/2006/relationships/slideLayout" Target="/ppt/slideLayouts/slideLayout11.xml" Id="Rbc1c2d9eee454316" /><Relationship Type="http://schemas.openxmlformats.org/officeDocument/2006/relationships/slideLayout" Target="/ppt/slideLayouts/slideLayout12.xml" Id="R791363ca676344f2" /><Relationship Type="http://schemas.openxmlformats.org/officeDocument/2006/relationships/slideLayout" Target="/ppt/slideLayouts/slideLayout13.xml" Id="Rc7a915541cb2401e" /><Relationship Type="http://schemas.openxmlformats.org/officeDocument/2006/relationships/slideLayout" Target="/ppt/slideLayouts/slideLayout14.xml" Id="R145ea7d1892f4914" /><Relationship Type="http://schemas.openxmlformats.org/officeDocument/2006/relationships/slideLayout" Target="/ppt/slideLayouts/slideLayout15.xml" Id="R34a2f198272d4602" /><Relationship Type="http://schemas.openxmlformats.org/officeDocument/2006/relationships/slideLayout" Target="/ppt/slideLayouts/slideLayout16.xml" Id="R4e9969ea46fa4282" /><Relationship Type="http://schemas.openxmlformats.org/officeDocument/2006/relationships/slideLayout" Target="/ppt/slideLayouts/slideLayout17.xml" Id="R5f365c37bc434880" /><Relationship Type="http://schemas.openxmlformats.org/officeDocument/2006/relationships/slideLayout" Target="/ppt/slideLayouts/slideLayout18.xml" Id="Rc9f22b0c661c4fd7" /><Relationship Type="http://schemas.openxmlformats.org/officeDocument/2006/relationships/slideLayout" Target="/ppt/slideLayouts/slideLayout19.xml" Id="Ra2d456ef2ba247ba" /><Relationship Type="http://schemas.openxmlformats.org/officeDocument/2006/relationships/slideLayout" Target="/ppt/slideLayouts/slideLayout20.xml" Id="R590d4213293a4e14" /><Relationship Type="http://schemas.openxmlformats.org/officeDocument/2006/relationships/slideLayout" Target="/ppt/slideLayouts/slideLayout21.xml" Id="Re61c718368734953" /><Relationship Type="http://schemas.openxmlformats.org/officeDocument/2006/relationships/slideLayout" Target="/ppt/slideLayouts/slideLayout22.xml" Id="R00316d9db6b54952" /><Relationship Type="http://schemas.openxmlformats.org/officeDocument/2006/relationships/slideLayout" Target="/ppt/slideLayouts/slideLayout23.xml" Id="R0c0fc64dae6344cf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aa40060793c49e7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6006663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5462A89-D885-4E4C-9E61-864DE85E56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70884918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A3D20CDA-ABCC-4CC5-A0A0-D3F8B909E5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600316309" name="Дата 3">
            <a:extLst xmlns:a="http://schemas.openxmlformats.org/drawingml/2006/main">
              <a:ext uri="{FF2B5EF4-FFF2-40B4-BE49-F238E27FC236}">
                <a16:creationId xmlns:a16="http://schemas.microsoft.com/office/drawing/2014/main" id="{04CD1020-E3DA-438F-97FB-6DF43F07D0C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D490EE5-ED7D-46E8-8345-A78A0CB0F4A4}" type="datetime1">
              <a:t>15.09.2026</a:t>
            </a:fld>
            <a:endParaRPr/>
          </a:p>
        </p:txBody>
      </p:sp>
      <p:sp>
        <p:nvSpPr>
          <p:cNvPr id="195733068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AD3F039-1B4A-4D1F-A40C-D8D56331AF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66819125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FDCBE0BA-8C59-4583-BA2F-3CBEA49D67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3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61613b01c94131"/>
    <p:sldLayoutId xmlns:r="http://schemas.openxmlformats.org/officeDocument/2006/relationships" id="2147483650" r:id="Rd55857270a584f29"/>
    <p:sldLayoutId xmlns:r="http://schemas.openxmlformats.org/officeDocument/2006/relationships" id="2147483651" r:id="Rb1067d48cb294d19"/>
    <p:sldLayoutId xmlns:r="http://schemas.openxmlformats.org/officeDocument/2006/relationships" id="2147483652" r:id="R55028f0db49d44e2"/>
    <p:sldLayoutId xmlns:r="http://schemas.openxmlformats.org/officeDocument/2006/relationships" id="2147483653" r:id="R16a5f2f639ea4a83"/>
    <p:sldLayoutId xmlns:r="http://schemas.openxmlformats.org/officeDocument/2006/relationships" id="2147483654" r:id="R0f810d9aaec24a20"/>
    <p:sldLayoutId xmlns:r="http://schemas.openxmlformats.org/officeDocument/2006/relationships" id="2147483655" r:id="Rcfe710c07b514a30"/>
    <p:sldLayoutId xmlns:r="http://schemas.openxmlformats.org/officeDocument/2006/relationships" id="2147483656" r:id="Rbb651666afa9456d"/>
    <p:sldLayoutId xmlns:r="http://schemas.openxmlformats.org/officeDocument/2006/relationships" id="2147483657" r:id="R581823eb1f0f4511"/>
    <p:sldLayoutId xmlns:r="http://schemas.openxmlformats.org/officeDocument/2006/relationships" id="2147483658" r:id="R4a15b2be453f4ab3"/>
    <p:sldLayoutId xmlns:r="http://schemas.openxmlformats.org/officeDocument/2006/relationships" id="2147483659" r:id="Rbc1c2d9eee454316"/>
    <p:sldLayoutId xmlns:r="http://schemas.openxmlformats.org/officeDocument/2006/relationships" id="2147483660" r:id="R791363ca676344f2"/>
    <p:sldLayoutId xmlns:r="http://schemas.openxmlformats.org/officeDocument/2006/relationships" id="2147483661" r:id="Rc7a915541cb2401e"/>
    <p:sldLayoutId xmlns:r="http://schemas.openxmlformats.org/officeDocument/2006/relationships" id="2147483662" r:id="R145ea7d1892f4914"/>
    <p:sldLayoutId xmlns:r="http://schemas.openxmlformats.org/officeDocument/2006/relationships" id="2147483663" r:id="R34a2f198272d4602"/>
    <p:sldLayoutId xmlns:r="http://schemas.openxmlformats.org/officeDocument/2006/relationships" id="2147483664" r:id="R4e9969ea46fa4282"/>
    <p:sldLayoutId xmlns:r="http://schemas.openxmlformats.org/officeDocument/2006/relationships" id="2147483665" r:id="R5f365c37bc434880"/>
    <p:sldLayoutId xmlns:r="http://schemas.openxmlformats.org/officeDocument/2006/relationships" id="2147483666" r:id="Rc9f22b0c661c4fd7"/>
    <p:sldLayoutId xmlns:r="http://schemas.openxmlformats.org/officeDocument/2006/relationships" id="2147483667" r:id="Ra2d456ef2ba247ba"/>
    <p:sldLayoutId xmlns:r="http://schemas.openxmlformats.org/officeDocument/2006/relationships" id="2147483668" r:id="R590d4213293a4e14"/>
    <p:sldLayoutId xmlns:r="http://schemas.openxmlformats.org/officeDocument/2006/relationships" id="2147483669" r:id="Re61c718368734953"/>
    <p:sldLayoutId xmlns:r="http://schemas.openxmlformats.org/officeDocument/2006/relationships" id="2147483670" r:id="R00316d9db6b54952"/>
    <p:sldLayoutId xmlns:r="http://schemas.openxmlformats.org/officeDocument/2006/relationships" id="2147483671" r:id="R0c0fc64dae6344cf"/>
  </p:sldLayoutIdLst>
  <p:hf sldNum="1" hdr="0" ftr="0" dt="0"/>
  <p:txStyles>
    <p:titleStyle>
      <a:lvl1pPr xmlns:a="http://schemas.openxmlformats.org/drawingml/2006/main" algn="l" defTabSz="578755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51de02a144194" /><Relationship Type="http://schemas.openxmlformats.org/officeDocument/2006/relationships/notesSlide" Target="/ppt/notesSlides/notesSlide1.xml" Id="Radd845b5911149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2afb46f22914352" /><Relationship Type="http://schemas.openxmlformats.org/officeDocument/2006/relationships/image" Target="/ppt/media/image.png" Id="Rb285ccb98a014168" /><Relationship Type="http://schemas.openxmlformats.org/officeDocument/2006/relationships/notesSlide" Target="/ppt/notesSlides/notesSlide2.xml" Id="R96222a6e09d944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d2636a90f5b47dc" /><Relationship Type="http://schemas.openxmlformats.org/officeDocument/2006/relationships/image" Target="/ppt/media/image.png" Id="Rd0cd62d71b5e40bb" /><Relationship Type="http://schemas.openxmlformats.org/officeDocument/2006/relationships/notesSlide" Target="/ppt/notesSlides/notesSlide3.xml" Id="R8bf2dea0776141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cb454bea0674098" /><Relationship Type="http://schemas.openxmlformats.org/officeDocument/2006/relationships/image" Target="/ppt/media/image.png" Id="R997382281fc94934" /><Relationship Type="http://schemas.openxmlformats.org/officeDocument/2006/relationships/notesSlide" Target="/ppt/notesSlides/notesSlide4.xml" Id="Rbdf2d15d38144d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daf3645ec9d41b3" /><Relationship Type="http://schemas.openxmlformats.org/officeDocument/2006/relationships/image" Target="/ppt/media/image.png" Id="R677b165382164525" /><Relationship Type="http://schemas.openxmlformats.org/officeDocument/2006/relationships/image" Target="/ppt/media/image3.png" Id="Ra92ecd26126f41c0" /><Relationship Type="http://schemas.openxmlformats.org/officeDocument/2006/relationships/notesSlide" Target="/ppt/notesSlides/notesSlide5.xml" Id="R9e31c8db435e48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7dfff966b5f40b6" /><Relationship Type="http://schemas.openxmlformats.org/officeDocument/2006/relationships/image" Target="/ppt/media/image.png" Id="R706249c7e3b24435" /><Relationship Type="http://schemas.openxmlformats.org/officeDocument/2006/relationships/image" Target="/ppt/media/image4.png" Id="R42ce4becd66c4866" /><Relationship Type="http://schemas.openxmlformats.org/officeDocument/2006/relationships/notesSlide" Target="/ppt/notesSlides/notesSlide6.xml" Id="R80156286e4fe4f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0b5fc4e89724402" /><Relationship Type="http://schemas.openxmlformats.org/officeDocument/2006/relationships/image" Target="/ppt/media/image.png" Id="Rd914cd8ec73643cd" /><Relationship Type="http://schemas.openxmlformats.org/officeDocument/2006/relationships/notesSlide" Target="/ppt/notesSlides/notesSlide7.xml" Id="R44a691a16eba44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40751633e4f45e1" /><Relationship Type="http://schemas.openxmlformats.org/officeDocument/2006/relationships/image" Target="/ppt/media/image.png" Id="Ra4454dc064e540de" /><Relationship Type="http://schemas.openxmlformats.org/officeDocument/2006/relationships/image" Target="/ppt/media/image5.png" Id="R3c642a15488a45de" /><Relationship Type="http://schemas.openxmlformats.org/officeDocument/2006/relationships/notesSlide" Target="/ppt/notesSlides/notesSlide8.xml" Id="R7b23889576a74c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f1b35286f314c63" /><Relationship Type="http://schemas.openxmlformats.org/officeDocument/2006/relationships/image" Target="/ppt/media/image.png" Id="R7cb8ac73e8074424" /><Relationship Type="http://schemas.openxmlformats.org/officeDocument/2006/relationships/notesSlide" Target="/ppt/notesSlides/notesSlide9.xml" Id="R174dfd59294945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33d9013f3c74a0c" /><Relationship Type="http://schemas.openxmlformats.org/officeDocument/2006/relationships/image" Target="/ppt/media/image.png" Id="R9901e3dcc9c14ae8" /><Relationship Type="http://schemas.openxmlformats.org/officeDocument/2006/relationships/image" Target="/ppt/media/image6.png" Id="Rf0b5b3079ef7498b" /><Relationship Type="http://schemas.openxmlformats.org/officeDocument/2006/relationships/notesSlide" Target="/ppt/notesSlides/notesSlide10.xml" Id="Rfc2181122a1043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8bf35c1e0734fdb" /><Relationship Type="http://schemas.openxmlformats.org/officeDocument/2006/relationships/image" Target="/ppt/media/image.png" Id="R80690393218d4be7" /><Relationship Type="http://schemas.openxmlformats.org/officeDocument/2006/relationships/notesSlide" Target="/ppt/notesSlides/notesSlide11.xml" Id="Rd4342482f84849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3c99b33edf64dd3" /><Relationship Type="http://schemas.openxmlformats.org/officeDocument/2006/relationships/image" Target="/ppt/media/image.png" Id="R42112f984e184e3d" /><Relationship Type="http://schemas.openxmlformats.org/officeDocument/2006/relationships/notesSlide" Target="/ppt/notesSlides/notesSlide12.xml" Id="R37b47fec662043e0" 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5302122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CA4A5F3B-0005-4B28-9DF9-8ECFD6B7A2A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endParaRPr sz="4800"/>
          </a:p>
        </p:txBody>
      </p:sp>
      <p:sp>
        <p:nvSpPr>
          <p:cNvPr id="52735072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108C426E-1583-46DE-9FCC-3BAA89BCB3E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305186" y="329801"/>
            <a:ext cx="5193299" cy="1082589"/>
          </a:xfrm>
        </p:spPr>
      </p:sp>
      <p:sp>
        <p:nvSpPr>
          <p:cNvPr id="950249843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5F42DCB0-BDED-4D49-9852-1D4738ABB0E2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endParaRPr/>
          </a:p>
        </p:txBody>
      </p:sp>
      <p:sp>
        <p:nvSpPr>
          <p:cNvPr id="2035752238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83CF1EEC-B3FC-4DD8-A369-F1DD59D8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035752239" name="content-3">
            <a:extLst xmlns:a="http://schemas.openxmlformats.org/drawingml/2006/main">
              <a:ext uri="{FF2B5EF4-FFF2-40B4-BE49-F238E27FC236}">
                <a16:creationId xmlns:a16="http://schemas.microsoft.com/office/drawing/2014/main" id="{F51223F1-3328-4988-AE37-ED9CB48F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681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ПЛАНЕР / PRIME</a:t>
            </a:r>
          </a:p>
        </p:txBody>
      </p:sp>
      <p:sp>
        <p:nvSpPr>
          <p:cNvPr id="2035752240" name="content-4">
            <a:extLst xmlns:a="http://schemas.openxmlformats.org/drawingml/2006/main">
              <a:ext uri="{FF2B5EF4-FFF2-40B4-BE49-F238E27FC236}">
                <a16:creationId xmlns:a16="http://schemas.microsoft.com/office/drawing/2014/main" id="{3CA7A849-F48F-4FC2-AC49-FD154011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6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Планирование и распределение</a:t>
            </a:r>
          </a:p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6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беспилотных авиационных работ</a:t>
            </a:r>
          </a:p>
        </p:txBody>
      </p:sp>
      <p:sp>
        <p:nvSpPr>
          <p:cNvPr id="2035752241" name="content-5">
            <a:extLst xmlns:a="http://schemas.openxmlformats.org/drawingml/2006/main">
              <a:ext uri="{FF2B5EF4-FFF2-40B4-BE49-F238E27FC236}">
                <a16:creationId xmlns:a16="http://schemas.microsoft.com/office/drawing/2014/main" id="{D7294002-9159-42BD-823B-D5471B28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Задача №5 · Геоскан</a:t>
            </a:r>
          </a:p>
        </p:txBody>
      </p:sp>
      <p:sp>
        <p:nvSpPr>
          <p:cNvPr id="2035752242" name="content-6">
            <a:extLst xmlns:a="http://schemas.openxmlformats.org/drawingml/2006/main">
              <a:ext uri="{FF2B5EF4-FFF2-40B4-BE49-F238E27FC236}">
                <a16:creationId xmlns:a16="http://schemas.microsoft.com/office/drawing/2014/main" id="{BB2207BB-143F-4AA2-B045-540B9D97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5524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Калеев Сергей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Миняев Револь</a:t>
            </a:r>
          </a:p>
        </p:txBody>
      </p:sp>
    </p:spTree>
    <p:extLst>
      <p:ext uri="{BB962C8B-B14F-4D97-AF65-F5344CB8AC3E}">
        <p14:creationId xmlns:p14="http://schemas.microsoft.com/office/powerpoint/2010/main" val="1730257179"/>
      </p:ext>
    </p:extLst>
  </p:cSld>
</p:sld>
</file>

<file path=ppt/slides/slide2.xml><?xml version="1.0" encoding="utf-8"?>
<p:sld xmlns:p="http://schemas.openxmlformats.org/presentationml/2006/main" showMasterSp="1">
  <p:cSld>
    <p:bg>
      <p:bgPr>
        <a:blipFill xmlns:a="http://schemas.openxmlformats.org/drawingml/2006/main" rotWithShape="1">
          <a:blip xmlns:r="http://schemas.openxmlformats.org/officeDocument/2006/relationships" r:embed="Rb285ccb98a014168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C9AD9A88-2310-419A-975D-336B4EFB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13607742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178BC7D0-E22D-4461-AD1D-078B1B56C0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275862046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5334E87E-0612-4C50-9D01-55166AC31F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51280606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46560BB-7512-41E9-ACB3-FD838D89F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 sz="3600">
              <a:solidFill>
                <a:schemeClr val="bg1"/>
              </a:solidFill>
            </a:endParaRPr>
          </a:p>
        </p:txBody>
      </p:sp>
      <p:sp>
        <p:nvSpPr>
          <p:cNvPr id="1512806068" name="content-4">
            <a:extLst xmlns:a="http://schemas.openxmlformats.org/drawingml/2006/main">
              <a:ext uri="{FF2B5EF4-FFF2-40B4-BE49-F238E27FC236}">
                <a16:creationId xmlns:a16="http://schemas.microsoft.com/office/drawing/2014/main" id="{9489F90D-8619-4693-AADB-894DDF07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Задача оператора</a:t>
            </a:r>
          </a:p>
        </p:txBody>
      </p:sp>
      <p:sp>
        <p:nvSpPr>
          <p:cNvPr id="1512806069" name="content-5">
            <a:extLst xmlns:a="http://schemas.openxmlformats.org/drawingml/2006/main">
              <a:ext uri="{FF2B5EF4-FFF2-40B4-BE49-F238E27FC236}">
                <a16:creationId xmlns:a16="http://schemas.microsoft.com/office/drawing/2014/main" id="{5B768D7C-A84F-4462-B9AE-2838E557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Вход</a:t>
            </a:r>
          </a:p>
        </p:txBody>
      </p:sp>
      <p:sp>
        <p:nvSpPr>
          <p:cNvPr id="1512806070" name="content-6">
            <a:extLst xmlns:a="http://schemas.openxmlformats.org/drawingml/2006/main">
              <a:ext uri="{FF2B5EF4-FFF2-40B4-BE49-F238E27FC236}">
                <a16:creationId xmlns:a16="http://schemas.microsoft.com/office/drawing/2014/main" id="{37B712E4-BFC4-4373-BDFA-8DD405E0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812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Участки и работы, парк БВС, сроки, базы, ветер и ограничения.</a:t>
            </a:r>
          </a:p>
        </p:txBody>
      </p:sp>
      <p:sp>
        <p:nvSpPr>
          <p:cNvPr id="1512806071" name="content-7">
            <a:extLst xmlns:a="http://schemas.openxmlformats.org/drawingml/2006/main">
              <a:ext uri="{FF2B5EF4-FFF2-40B4-BE49-F238E27FC236}">
                <a16:creationId xmlns:a16="http://schemas.microsoft.com/office/drawing/2014/main" id="{418194EA-0198-4B4C-8125-5D7A50D9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623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Выбор</a:t>
            </a:r>
          </a:p>
        </p:txBody>
      </p:sp>
      <p:sp>
        <p:nvSpPr>
          <p:cNvPr id="1512806072" name="content-8">
            <a:extLst xmlns:a="http://schemas.openxmlformats.org/drawingml/2006/main">
              <a:ext uri="{FF2B5EF4-FFF2-40B4-BE49-F238E27FC236}">
                <a16:creationId xmlns:a16="http://schemas.microsoft.com/office/drawing/2014/main" id="{F1DE1647-B7BB-469A-A558-0944CECE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Раньше завершить всю миссию или уменьшить общий налёт.</a:t>
            </a:r>
          </a:p>
        </p:txBody>
      </p:sp>
      <p:sp>
        <p:nvSpPr>
          <p:cNvPr id="1512806073" name="content-9">
            <a:extLst xmlns:a="http://schemas.openxmlformats.org/drawingml/2006/main">
              <a:ext uri="{FF2B5EF4-FFF2-40B4-BE49-F238E27FC236}">
                <a16:creationId xmlns:a16="http://schemas.microsoft.com/office/drawing/2014/main" id="{0620D6B5-DCFC-47EC-9C48-077FBFB5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Результат</a:t>
            </a:r>
          </a:p>
        </p:txBody>
      </p:sp>
      <p:sp>
        <p:nvSpPr>
          <p:cNvPr id="1512806074" name="content-10">
            <a:extLst xmlns:a="http://schemas.openxmlformats.org/drawingml/2006/main">
              <a:ext uri="{FF2B5EF4-FFF2-40B4-BE49-F238E27FC236}">
                <a16:creationId xmlns:a16="http://schemas.microsoft.com/office/drawing/2014/main" id="{A9CB8CD8-A4C8-41F8-BA10-A798FADB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862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Назначения, расписание, маршруты KML/GeoJSON и отчёт запуска.</a:t>
            </a:r>
          </a:p>
        </p:txBody>
      </p:sp>
      <p:sp>
        <p:nvSpPr>
          <p:cNvPr id="1512806075" name="content-11">
            <a:extLst xmlns:a="http://schemas.openxmlformats.org/drawingml/2006/main">
              <a:ext uri="{FF2B5EF4-FFF2-40B4-BE49-F238E27FC236}">
                <a16:creationId xmlns:a16="http://schemas.microsoft.com/office/drawing/2014/main" id="{AEEA0FA9-C17A-4A7E-A57A-A106F5A8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673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Роль оператора</a:t>
            </a:r>
          </a:p>
        </p:txBody>
      </p:sp>
      <p:sp>
        <p:nvSpPr>
          <p:cNvPr id="1512806076" name="content-12">
            <a:extLst xmlns:a="http://schemas.openxmlformats.org/drawingml/2006/main">
              <a:ext uri="{FF2B5EF4-FFF2-40B4-BE49-F238E27FC236}">
                <a16:creationId xmlns:a16="http://schemas.microsoft.com/office/drawing/2014/main" id="{4F45969F-AAE2-4117-80D7-32FF1581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387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Проверить условия, выбрать вариант и подтвердить конкретный план.</a:t>
            </a:r>
          </a:p>
        </p:txBody>
      </p:sp>
    </p:spTree>
    <p:extLst>
      <p:ext uri="{BB962C8B-B14F-4D97-AF65-F5344CB8AC3E}">
        <p14:creationId xmlns:p14="http://schemas.microsoft.com/office/powerpoint/2010/main" val="2129966987"/>
      </p:ext>
    </p:extLst>
  </p:cSld>
</p:sld>
</file>

<file path=ppt/slides/slide3.xml><?xml version="1.0" encoding="utf-8"?>
<p:sld xmlns:p="http://schemas.openxmlformats.org/presentationml/2006/main" showMasterSp="1">
  <p:cSld>
    <p:bg>
      <p:bgPr>
        <a:blipFill xmlns:a="http://schemas.openxmlformats.org/drawingml/2006/main" rotWithShape="1">
          <a:blip xmlns:r="http://schemas.openxmlformats.org/officeDocument/2006/relationships" r:embed="Rd0cd62d71b5e40bb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C9AD9A88-2310-419A-975D-336B4EFB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13607742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178BC7D0-E22D-4461-AD1D-078B1B56C0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275862046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5334E87E-0612-4C50-9D01-55166AC31F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51280606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46560BB-7512-41E9-ACB3-FD838D89F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 sz="3600">
              <a:solidFill>
                <a:schemeClr val="bg1"/>
              </a:solidFill>
            </a:endParaRPr>
          </a:p>
        </p:txBody>
      </p:sp>
      <p:sp>
        <p:nvSpPr>
          <p:cNvPr id="1512806068" name="content-4">
            <a:extLst xmlns:a="http://schemas.openxmlformats.org/drawingml/2006/main">
              <a:ext uri="{FF2B5EF4-FFF2-40B4-BE49-F238E27FC236}">
                <a16:creationId xmlns:a16="http://schemas.microsoft.com/office/drawing/2014/main" id="{1036EC32-30A1-49A0-892B-5652E75E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Архитектура решения</a:t>
            </a:r>
          </a:p>
        </p:txBody>
      </p:sp>
      <p:graphicFrame>
        <p:nvGraphicFramePr>
          <p:cNvPr id="1512806076" name=""/>
          <p:cNvGraphicFramePr/>
          <p:nvPr/>
        </p:nvGraphicFramePr>
        <p:xfrm>
          <a:off xmlns:a="http://schemas.openxmlformats.org/drawingml/2006/main" x="723900" y="2238375"/>
          <a:ext xmlns:a="http://schemas.openxmlformats.org/drawingml/2006/main" cx="107442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362825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Слой</a:t>
                      </a:r>
                    </a:p>
                  </a:txBody>
                  <a:tcPr marL="91440" marR="91440" marT="45720" marB="45720">
                    <a:solidFill>
                      <a:srgbClr val="510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Роль</a:t>
                      </a:r>
                    </a:p>
                  </a:txBody>
                  <a:tcPr marL="91440" marR="91440" marT="45720" marB="45720">
                    <a:solidFill>
                      <a:srgbClr val="510E75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React, Leaflet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Редактор, карта, выполнение, парк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TypeScript, CPU</a:t>
                      </a:r>
                    </a:p>
                  </a:txBody>
                  <a:tcPr marL="91440" marR="91440" marT="45720" marB="45720">
                    <a:solidFill>
                      <a:srgbClr val="F4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Маршруты, назначение, расписание</a:t>
                      </a:r>
                    </a:p>
                  </a:txBody>
                  <a:tcPr marL="91440" marR="91440" marT="45720" marB="45720">
                    <a:solidFill>
                      <a:srgbClr val="F4EEF7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Повторный валидатор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Ресурс, столкновения, коридоры, экспорт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IndexedDB, JSON</a:t>
                      </a:r>
                    </a:p>
                  </a:txBody>
                  <a:tcPr marL="91440" marR="91440" marT="45720" marB="45720">
                    <a:solidFill>
                      <a:srgbClr val="F4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Миссии, журнал и переносимые снимки</a:t>
                      </a:r>
                    </a:p>
                  </a:txBody>
                  <a:tcPr marL="91440" marR="91440" marT="45720" marB="45720">
                    <a:solidFill>
                      <a:srgbClr val="F4EEF7"/>
                    </a:solidFill>
                  </a:tcPr>
                </a:tc>
              </a:tr>
            </a:tbl>
          </a:graphicData>
        </a:graphic>
      </p:graphicFrame>
      <p:sp>
        <p:nvSpPr>
          <p:cNvPr id="1512806070" name="content-5">
            <a:extLst xmlns:a="http://schemas.openxmlformats.org/drawingml/2006/main">
              <a:ext uri="{FF2B5EF4-FFF2-40B4-BE49-F238E27FC236}">
                <a16:creationId xmlns:a16="http://schemas.microsoft.com/office/drawing/2014/main" id="{02C877E6-F3DC-4C8F-96FF-6944FD2F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102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Локальный Docker-стенд. Внешняя сеть нужна для тайлов и свежего прогноза.</a:t>
            </a:r>
          </a:p>
        </p:txBody>
      </p:sp>
    </p:spTree>
    <p:extLst>
      <p:ext uri="{BB962C8B-B14F-4D97-AF65-F5344CB8AC3E}">
        <p14:creationId xmlns:p14="http://schemas.microsoft.com/office/powerpoint/2010/main" val="2129966987"/>
      </p:ext>
    </p:extLst>
  </p:cSld>
</p:sld>
</file>

<file path=ppt/slides/slide4.xml><?xml version="1.0" encoding="utf-8"?>
<p:sld xmlns:p="http://schemas.openxmlformats.org/presentationml/2006/main" showMasterSp="1">
  <p:cSld>
    <p:bg>
      <p:bgPr>
        <a:blipFill xmlns:a="http://schemas.openxmlformats.org/drawingml/2006/main" rotWithShape="1">
          <a:blip xmlns:r="http://schemas.openxmlformats.org/officeDocument/2006/relationships" r:embed="R997382281fc94934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C9AD9A88-2310-419A-975D-336B4EFB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13607742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178BC7D0-E22D-4461-AD1D-078B1B56C0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275862046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5334E87E-0612-4C50-9D01-55166AC31F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51280606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46560BB-7512-41E9-ACB3-FD838D89F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 sz="3600">
              <a:solidFill>
                <a:schemeClr val="bg1"/>
              </a:solidFill>
            </a:endParaRPr>
          </a:p>
        </p:txBody>
      </p:sp>
      <p:sp>
        <p:nvSpPr>
          <p:cNvPr id="1512806068" name="content-4">
            <a:extLst xmlns:a="http://schemas.openxmlformats.org/drawingml/2006/main">
              <a:ext uri="{FF2B5EF4-FFF2-40B4-BE49-F238E27FC236}">
                <a16:creationId xmlns:a16="http://schemas.microsoft.com/office/drawing/2014/main" id="{571C8EA8-1A19-4BAC-8389-AA4754A6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Алгоритм планирования</a:t>
            </a:r>
          </a:p>
        </p:txBody>
      </p:sp>
      <p:sp>
        <p:nvSpPr>
          <p:cNvPr id="1512806069" name="content-5">
            <a:extLst xmlns:a="http://schemas.openxmlformats.org/drawingml/2006/main">
              <a:ext uri="{FF2B5EF4-FFF2-40B4-BE49-F238E27FC236}">
                <a16:creationId xmlns:a16="http://schemas.microsoft.com/office/drawing/2014/main" id="{3722A1D3-2DE8-44E3-BDA0-20628B3F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01  Геометрия</a:t>
            </a:r>
          </a:p>
        </p:txBody>
      </p:sp>
      <p:sp>
        <p:nvSpPr>
          <p:cNvPr id="1512806070" name="content-6">
            <a:extLst xmlns:a="http://schemas.openxmlformats.org/drawingml/2006/main">
              <a:ext uri="{FF2B5EF4-FFF2-40B4-BE49-F238E27FC236}">
                <a16:creationId xmlns:a16="http://schemas.microsoft.com/office/drawing/2014/main" id="{066727C5-F6BA-4F8F-B886-8DD365BE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812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Полосы покрытия, переходы, обход запретов и фазы полёта.</a:t>
            </a:r>
          </a:p>
        </p:txBody>
      </p:sp>
      <p:sp>
        <p:nvSpPr>
          <p:cNvPr id="1512806071" name="content-7">
            <a:extLst xmlns:a="http://schemas.openxmlformats.org/drawingml/2006/main">
              <a:ext uri="{FF2B5EF4-FFF2-40B4-BE49-F238E27FC236}">
                <a16:creationId xmlns:a16="http://schemas.microsoft.com/office/drawing/2014/main" id="{9D98BB1D-9879-4126-9476-57787B22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623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02  Ресурсы</a:t>
            </a:r>
          </a:p>
        </p:txBody>
      </p:sp>
      <p:sp>
        <p:nvSpPr>
          <p:cNvPr id="1512806072" name="content-8">
            <a:extLst xmlns:a="http://schemas.openxmlformats.org/drawingml/2006/main">
              <a:ext uri="{FF2B5EF4-FFF2-40B4-BE49-F238E27FC236}">
                <a16:creationId xmlns:a16="http://schemas.microsoft.com/office/drawing/2014/main" id="{8F16A48A-3807-45F2-9258-7C8271CA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Совместимые сенсоры, текущий заряд, доступность и повторные вылеты.</a:t>
            </a:r>
          </a:p>
        </p:txBody>
      </p:sp>
      <p:sp>
        <p:nvSpPr>
          <p:cNvPr id="1512806073" name="content-9">
            <a:extLst xmlns:a="http://schemas.openxmlformats.org/drawingml/2006/main">
              <a:ext uri="{FF2B5EF4-FFF2-40B4-BE49-F238E27FC236}">
                <a16:creationId xmlns:a16="http://schemas.microsoft.com/office/drawing/2014/main" id="{8E18E8AF-6802-4326-83AE-858AAC79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03  Расписание</a:t>
            </a:r>
          </a:p>
        </p:txBody>
      </p:sp>
      <p:sp>
        <p:nvSpPr>
          <p:cNvPr id="1512806074" name="content-10">
            <a:extLst xmlns:a="http://schemas.openxmlformats.org/drawingml/2006/main">
              <a:ext uri="{FF2B5EF4-FFF2-40B4-BE49-F238E27FC236}">
                <a16:creationId xmlns:a16="http://schemas.microsoft.com/office/drawing/2014/main" id="{C8A1BDDB-7180-4B05-B2A9-F7012BDF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862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Периоды работ, посадки, занятость площадок и разнесение.</a:t>
            </a:r>
          </a:p>
        </p:txBody>
      </p:sp>
      <p:sp>
        <p:nvSpPr>
          <p:cNvPr id="1512806075" name="content-11">
            <a:extLst xmlns:a="http://schemas.openxmlformats.org/drawingml/2006/main">
              <a:ext uri="{FF2B5EF4-FFF2-40B4-BE49-F238E27FC236}">
                <a16:creationId xmlns:a16="http://schemas.microsoft.com/office/drawing/2014/main" id="{EB078B63-62FE-4D76-B11A-C7FC9051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673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04  Выбор и проверка</a:t>
            </a:r>
          </a:p>
        </p:txBody>
      </p:sp>
      <p:sp>
        <p:nvSpPr>
          <p:cNvPr id="1512806076" name="content-12">
            <a:extLst xmlns:a="http://schemas.openxmlformats.org/drawingml/2006/main">
              <a:ext uri="{FF2B5EF4-FFF2-40B4-BE49-F238E27FC236}">
                <a16:creationId xmlns:a16="http://schemas.microsoft.com/office/drawing/2014/main" id="{73121771-4584-45D0-8933-D8CF7821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387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Время завершения и суммарный налёт. Ограниченный поиск.</a:t>
            </a:r>
          </a:p>
        </p:txBody>
      </p:sp>
    </p:spTree>
    <p:extLst>
      <p:ext uri="{BB962C8B-B14F-4D97-AF65-F5344CB8AC3E}">
        <p14:creationId xmlns:p14="http://schemas.microsoft.com/office/powerpoint/2010/main" val="2129966987"/>
      </p:ext>
    </p:extLst>
  </p:cSld>
</p:sld>
</file>

<file path=ppt/slides/slide5.xml><?xml version="1.0" encoding="utf-8"?>
<p:sld xmlns:p="http://schemas.openxmlformats.org/presentationml/2006/main" showMasterSp="1">
  <p:cSld>
    <p:bg>
      <p:bgPr>
        <a:blipFill xmlns:a="http://schemas.openxmlformats.org/drawingml/2006/main" rotWithShape="1">
          <a:blip xmlns:r="http://schemas.openxmlformats.org/officeDocument/2006/relationships" r:embed="R677b165382164525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C9AD9A88-2310-419A-975D-336B4EFB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13607742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178BC7D0-E22D-4461-AD1D-078B1B56C0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275862046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5334E87E-0612-4C50-9D01-55166AC31F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51280606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46560BB-7512-41E9-ACB3-FD838D89F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 sz="3600">
              <a:solidFill>
                <a:schemeClr val="bg1"/>
              </a:solidFill>
            </a:endParaRPr>
          </a:p>
        </p:txBody>
      </p:sp>
      <p:sp>
        <p:nvSpPr>
          <p:cNvPr id="1512806068" name="content-4">
            <a:extLst xmlns:a="http://schemas.openxmlformats.org/drawingml/2006/main">
              <a:ext uri="{FF2B5EF4-FFF2-40B4-BE49-F238E27FC236}">
                <a16:creationId xmlns:a16="http://schemas.microsoft.com/office/drawing/2014/main" id="{AC55D07C-79B8-40C0-AABF-17CD0A81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Редактор миссии</a:t>
            </a:r>
          </a:p>
        </p:txBody>
      </p:sp>
      <p:sp>
        <p:nvSpPr>
          <p:cNvPr id="1512806069" name="content-5">
            <a:extLst xmlns:a="http://schemas.openxmlformats.org/drawingml/2006/main">
              <a:ext uri="{FF2B5EF4-FFF2-40B4-BE49-F238E27FC236}">
                <a16:creationId xmlns:a16="http://schemas.microsoft.com/office/drawing/2014/main" id="{FFE4BDE0-CA08-44BB-8860-D5249902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361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Несколько работ</a:t>
            </a:r>
          </a:p>
          <a:p xmlns:a="http://schemas.openxmlformats.org/drawingml/2006/main">
            <a:pPr>
              <a:defRPr sz="240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в одной миссии</a:t>
            </a:r>
          </a:p>
        </p:txBody>
      </p:sp>
      <p:sp>
        <p:nvSpPr>
          <p:cNvPr id="1512806070" name="content-6">
            <a:extLst xmlns:a="http://schemas.openxmlformats.org/drawingml/2006/main">
              <a:ext uri="{FF2B5EF4-FFF2-40B4-BE49-F238E27FC236}">
                <a16:creationId xmlns:a16="http://schemas.microsoft.com/office/drawing/2014/main" id="{0366629D-D0A8-4359-9554-7E282923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36671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Свой участок и качество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Собственный период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Автовыбор или назначение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Общие запреты</a:t>
            </a:r>
          </a:p>
        </p:txBody>
      </p:sp>
      <p:pic>
        <p:nvPicPr>
          <p:cNvPr id="15128060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ecd26126f41c0"/>
          <a:stretch xmlns:a="http://schemas.openxmlformats.org/drawingml/2006/main"/>
        </p:blipFill>
        <p:spPr>
          <a:xfrm xmlns:a="http://schemas.openxmlformats.org/drawingml/2006/main">
            <a:off x="5119688" y="2209800"/>
            <a:ext cx="6029325" cy="401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66987"/>
      </p:ext>
    </p:extLst>
  </p:cSld>
</p:sld>
</file>

<file path=ppt/slides/slide6.xml><?xml version="1.0" encoding="utf-8"?>
<p:sld xmlns:p="http://schemas.openxmlformats.org/presentationml/2006/main" showMasterSp="1">
  <p:cSld>
    <p:bg>
      <p:bgPr>
        <a:blipFill xmlns:a="http://schemas.openxmlformats.org/drawingml/2006/main" rotWithShape="1">
          <a:blip xmlns:r="http://schemas.openxmlformats.org/officeDocument/2006/relationships" r:embed="R706249c7e3b24435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C9AD9A88-2310-419A-975D-336B4EFB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13607742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178BC7D0-E22D-4461-AD1D-078B1B56C0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275862046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5334E87E-0612-4C50-9D01-55166AC31F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51280606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46560BB-7512-41E9-ACB3-FD838D89F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 sz="3600">
              <a:solidFill>
                <a:schemeClr val="bg1"/>
              </a:solidFill>
            </a:endParaRPr>
          </a:p>
        </p:txBody>
      </p:sp>
      <p:sp>
        <p:nvSpPr>
          <p:cNvPr id="1512806068" name="content-4">
            <a:extLst xmlns:a="http://schemas.openxmlformats.org/drawingml/2006/main">
              <a:ext uri="{FF2B5EF4-FFF2-40B4-BE49-F238E27FC236}">
                <a16:creationId xmlns:a16="http://schemas.microsoft.com/office/drawing/2014/main" id="{E66226D1-8BC2-4FFC-9D0B-D827B2DD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Общий парк БВС</a:t>
            </a:r>
          </a:p>
        </p:txBody>
      </p:sp>
      <p:sp>
        <p:nvSpPr>
          <p:cNvPr id="1512806069" name="content-5">
            <a:extLst xmlns:a="http://schemas.openxmlformats.org/drawingml/2006/main">
              <a:ext uri="{FF2B5EF4-FFF2-40B4-BE49-F238E27FC236}">
                <a16:creationId xmlns:a16="http://schemas.microsoft.com/office/drawing/2014/main" id="{B28A6B4B-976B-4A83-AB97-C992BC76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Gemini, 801, 201</a:t>
            </a:r>
          </a:p>
        </p:txBody>
      </p:sp>
      <p:sp>
        <p:nvSpPr>
          <p:cNvPr id="1512806070" name="content-6">
            <a:extLst xmlns:a="http://schemas.openxmlformats.org/drawingml/2006/main">
              <a:ext uri="{FF2B5EF4-FFF2-40B4-BE49-F238E27FC236}">
                <a16:creationId xmlns:a16="http://schemas.microsoft.com/office/drawing/2014/main" id="{0F7BD044-5D76-4F96-89AE-B903FA9E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676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Установленная нагрузка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Текущая батарея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База и доступность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Источник состояния</a:t>
            </a:r>
          </a:p>
        </p:txBody>
      </p:sp>
      <p:sp>
        <p:nvSpPr>
          <p:cNvPr id="1512806071" name="content-7">
            <a:extLst xmlns:a="http://schemas.openxmlformats.org/drawingml/2006/main">
              <a:ext uri="{FF2B5EF4-FFF2-40B4-BE49-F238E27FC236}">
                <a16:creationId xmlns:a16="http://schemas.microsoft.com/office/drawing/2014/main" id="{38FA2B97-C733-4EB6-8853-7C2DD273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361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Профиль аппарата не подтверждает реальную связь с ним.</a:t>
            </a:r>
          </a:p>
        </p:txBody>
      </p:sp>
      <p:pic>
        <p:nvPicPr>
          <p:cNvPr id="15128060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e4becd66c4866"/>
          <a:stretch xmlns:a="http://schemas.openxmlformats.org/drawingml/2006/main"/>
        </p:blipFill>
        <p:spPr>
          <a:xfrm xmlns:a="http://schemas.openxmlformats.org/drawingml/2006/main">
            <a:off x="5119688" y="2209800"/>
            <a:ext cx="6029325" cy="401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66987"/>
      </p:ext>
    </p:extLst>
  </p:cSld>
</p:sld>
</file>

<file path=ppt/slides/slide7.xml><?xml version="1.0" encoding="utf-8"?>
<p:sld xmlns:p="http://schemas.openxmlformats.org/presentationml/2006/main" showMasterSp="1">
  <p:cSld>
    <p:bg>
      <p:bgPr>
        <a:blipFill xmlns:a="http://schemas.openxmlformats.org/drawingml/2006/main" rotWithShape="1">
          <a:blip xmlns:r="http://schemas.openxmlformats.org/officeDocument/2006/relationships" r:embed="Rd914cd8ec73643cd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C9AD9A88-2310-419A-975D-336B4EFB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13607742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178BC7D0-E22D-4461-AD1D-078B1B56C0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275862046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5334E87E-0612-4C50-9D01-55166AC31F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51280606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46560BB-7512-41E9-ACB3-FD838D89F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 sz="3600">
              <a:solidFill>
                <a:schemeClr val="bg1"/>
              </a:solidFill>
            </a:endParaRPr>
          </a:p>
        </p:txBody>
      </p:sp>
      <p:sp>
        <p:nvSpPr>
          <p:cNvPr id="1512806068" name="content-4">
            <a:extLst xmlns:a="http://schemas.openxmlformats.org/drawingml/2006/main">
              <a:ext uri="{FF2B5EF4-FFF2-40B4-BE49-F238E27FC236}">
                <a16:creationId xmlns:a16="http://schemas.microsoft.com/office/drawing/2014/main" id="{4E84E126-5B24-4416-80FA-9BCFCE9B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Три демонстрационных сценария</a:t>
            </a:r>
          </a:p>
        </p:txBody>
      </p:sp>
      <p:graphicFrame>
        <p:nvGraphicFramePr>
          <p:cNvPr id="1512806076" name=""/>
          <p:cNvGraphicFramePr/>
          <p:nvPr/>
        </p:nvGraphicFramePr>
        <p:xfrm>
          <a:off xmlns:a="http://schemas.openxmlformats.org/drawingml/2006/main" x="723900" y="2428875"/>
          <a:ext xmlns:a="http://schemas.openxmlformats.org/drawingml/2006/main" cx="107442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6838950"/>
              </a:tblGrid>
              <a:tr h="690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Пример</a:t>
                      </a:r>
                    </a:p>
                  </a:txBody>
                  <a:tcPr marL="91440" marR="91440" marT="45720" marB="45720">
                    <a:solidFill>
                      <a:srgbClr val="510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Что проверяем</a:t>
                      </a:r>
                    </a:p>
                  </a:txBody>
                  <a:tcPr marL="91440" marR="91440" marT="45720" marB="45720">
                    <a:solidFill>
                      <a:srgbClr val="510E75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01  Фотосъёмка квадрата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Импорт, расчёт, выбор, выполнение, отчёт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02  Препятствия</a:t>
                      </a:r>
                    </a:p>
                  </a:txBody>
                  <a:tcPr marL="91440" marR="91440" marT="45720" marB="45720">
                    <a:solidFill>
                      <a:srgbClr val="F4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Обход, расписание и разнесение БВС</a:t>
                      </a:r>
                    </a:p>
                  </a:txBody>
                  <a:tcPr marL="91440" marR="91440" marT="45720" marB="45720">
                    <a:solidFill>
                      <a:srgbClr val="F4EEF7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03  Недостаточный заряд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Причина отказа и проверяемое исправление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12806070" name="content-5">
            <a:extLst xmlns:a="http://schemas.openxmlformats.org/drawingml/2006/main">
              <a:ext uri="{FF2B5EF4-FFF2-40B4-BE49-F238E27FC236}">
                <a16:creationId xmlns:a16="http://schemas.microsoft.com/office/drawing/2014/main" id="{352B9119-3DDC-400B-AD86-0901ECF8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Демонстрационные входы синтетические. Реальные кадры и бортовые логи не имитируются как полученные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2129966987"/>
      </p:ext>
    </p:extLst>
  </p:cSld>
</p:sld>
</file>

<file path=ppt/slides/slide8.xml><?xml version="1.0" encoding="utf-8"?>
<p:sld xmlns:p="http://schemas.openxmlformats.org/presentationml/2006/main" showMasterSp="1">
  <p:cSld>
    <p:bg>
      <p:bgPr>
        <a:blipFill xmlns:a="http://schemas.openxmlformats.org/drawingml/2006/main" rotWithShape="1">
          <a:blip xmlns:r="http://schemas.openxmlformats.org/officeDocument/2006/relationships" r:embed="Ra4454dc064e540de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C9AD9A88-2310-419A-975D-336B4EFB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13607742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178BC7D0-E22D-4461-AD1D-078B1B56C0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275862046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5334E87E-0612-4C50-9D01-55166AC31F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51280606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46560BB-7512-41E9-ACB3-FD838D89F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 sz="3600">
              <a:solidFill>
                <a:schemeClr val="bg1"/>
              </a:solidFill>
            </a:endParaRPr>
          </a:p>
        </p:txBody>
      </p:sp>
      <p:sp>
        <p:nvSpPr>
          <p:cNvPr id="1512806068" name="content-4">
            <a:extLst xmlns:a="http://schemas.openxmlformats.org/drawingml/2006/main">
              <a:ext uri="{FF2B5EF4-FFF2-40B4-BE49-F238E27FC236}">
                <a16:creationId xmlns:a16="http://schemas.microsoft.com/office/drawing/2014/main" id="{74E24B4E-1E31-468F-98C7-4035D8AE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Проверки безопасности</a:t>
            </a:r>
          </a:p>
        </p:txBody>
      </p:sp>
      <p:sp>
        <p:nvSpPr>
          <p:cNvPr id="1512806069" name="content-5">
            <a:extLst xmlns:a="http://schemas.openxmlformats.org/drawingml/2006/main">
              <a:ext uri="{FF2B5EF4-FFF2-40B4-BE49-F238E27FC236}">
                <a16:creationId xmlns:a16="http://schemas.microsoft.com/office/drawing/2014/main" id="{66FC9C5B-E7BB-4E7F-9652-5F1B9CFC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До подтверждения</a:t>
            </a:r>
          </a:p>
        </p:txBody>
      </p:sp>
      <p:sp>
        <p:nvSpPr>
          <p:cNvPr id="1512806070" name="content-6">
            <a:extLst xmlns:a="http://schemas.openxmlformats.org/drawingml/2006/main">
              <a:ext uri="{FF2B5EF4-FFF2-40B4-BE49-F238E27FC236}">
                <a16:creationId xmlns:a16="http://schemas.microsoft.com/office/drawing/2014/main" id="{7D410E23-6315-423B-A5D7-01D6CA93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810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Энергия и возврат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Столкновения и препятствия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Воздушные коридоры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Занятость баз</a:t>
            </a:r>
          </a:p>
        </p:txBody>
      </p:sp>
      <p:sp>
        <p:nvSpPr>
          <p:cNvPr id="1512806071" name="content-7">
            <a:extLst xmlns:a="http://schemas.openxmlformats.org/drawingml/2006/main">
              <a:ext uri="{FF2B5EF4-FFF2-40B4-BE49-F238E27FC236}">
                <a16:creationId xmlns:a16="http://schemas.microsoft.com/office/drawing/2014/main" id="{27E18827-722D-4D70-8169-2C8CB179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3762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Проверки относятся к объявленной модели полёта.</a:t>
            </a:r>
          </a:p>
        </p:txBody>
      </p:sp>
      <p:pic>
        <p:nvPicPr>
          <p:cNvPr id="15128060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42a15488a45de"/>
          <a:stretch xmlns:a="http://schemas.openxmlformats.org/drawingml/2006/main"/>
        </p:blipFill>
        <p:spPr>
          <a:xfrm xmlns:a="http://schemas.openxmlformats.org/drawingml/2006/main">
            <a:off x="5119688" y="2209800"/>
            <a:ext cx="6029325" cy="401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66987"/>
      </p:ext>
    </p:extLst>
  </p:cSld>
</p:sld>
</file>

<file path=ppt/slides/slide9.xml><?xml version="1.0" encoding="utf-8"?>
<p:sld xmlns:p="http://schemas.openxmlformats.org/presentationml/2006/main" showMasterSp="1">
  <p:cSld>
    <p:bg>
      <p:bgPr>
        <a:blipFill xmlns:a="http://schemas.openxmlformats.org/drawingml/2006/main" rotWithShape="1">
          <a:blip xmlns:r="http://schemas.openxmlformats.org/officeDocument/2006/relationships" r:embed="R7cb8ac73e8074424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C9AD9A88-2310-419A-975D-336B4EFB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13607742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178BC7D0-E22D-4461-AD1D-078B1B56C0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275862046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5334E87E-0612-4C50-9D01-55166AC31F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51280606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46560BB-7512-41E9-ACB3-FD838D89F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 sz="3600">
              <a:solidFill>
                <a:schemeClr val="bg1"/>
              </a:solidFill>
            </a:endParaRPr>
          </a:p>
        </p:txBody>
      </p:sp>
      <p:sp>
        <p:nvSpPr>
          <p:cNvPr id="1512806068" name="content-4">
            <a:extLst xmlns:a="http://schemas.openxmlformats.org/drawingml/2006/main">
              <a:ext uri="{FF2B5EF4-FFF2-40B4-BE49-F238E27FC236}">
                <a16:creationId xmlns:a16="http://schemas.microsoft.com/office/drawing/2014/main" id="{36FF10B8-908B-4743-99BF-7F12FB77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Измеренное сравнение</a:t>
            </a:r>
          </a:p>
        </p:txBody>
      </p:sp>
      <p:graphicFrame>
        <p:nvGraphicFramePr>
          <p:cNvPr id="1512806077" name=""/>
          <p:cNvGraphicFramePr/>
          <p:nvPr/>
        </p:nvGraphicFramePr>
        <p:xfrm>
          <a:off xmlns:a="http://schemas.openxmlformats.org/drawingml/2006/main" x="723900" y="2333625"/>
          <a:ext xmlns:a="http://schemas.openxmlformats.org/drawingml/2006/main" cx="107442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3133725"/>
                <a:gridCol w="3133725"/>
              </a:tblGrid>
              <a:tr h="7493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Медианное сокращение</a:t>
                      </a:r>
                    </a:p>
                  </a:txBody>
                  <a:tcPr marL="91440" marR="91440" marT="45720" marB="45720">
                    <a:solidFill>
                      <a:srgbClr val="510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Последовательный</a:t>
                      </a:r>
                    </a:p>
                  </a:txBody>
                  <a:tcPr marL="91440" marR="91440" marT="45720" marB="45720">
                    <a:solidFill>
                      <a:srgbClr val="510E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Параллельный</a:t>
                      </a:r>
                    </a:p>
                  </a:txBody>
                  <a:tcPr marL="91440" marR="91440" marT="45720" marB="45720">
                    <a:solidFill>
                      <a:srgbClr val="510E75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Время завершения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37,34%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0,95%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Суммарный налёт</a:t>
                      </a:r>
                    </a:p>
                  </a:txBody>
                  <a:tcPr marL="91440" marR="91440" marT="45720" marB="45720">
                    <a:solidFill>
                      <a:srgbClr val="F4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3,28%</a:t>
                      </a:r>
                    </a:p>
                  </a:txBody>
                  <a:tcPr marL="91440" marR="91440" marT="45720" marB="45720">
                    <a:solidFill>
                      <a:srgbClr val="F4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02026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0,58%</a:t>
                      </a:r>
                    </a:p>
                  </a:txBody>
                  <a:tcPr marL="91440" marR="91440" marT="45720" marB="45720">
                    <a:solidFill>
                      <a:srgbClr val="F4EEF7"/>
                    </a:solidFill>
                  </a:tcPr>
                </a:tc>
              </a:tr>
            </a:tbl>
          </a:graphicData>
        </a:graphic>
      </p:graphicFrame>
      <p:sp>
        <p:nvSpPr>
          <p:cNvPr id="1512806070" name="content-5">
            <a:extLst xmlns:a="http://schemas.openxmlformats.org/drawingml/2006/main">
              <a:ext uri="{FF2B5EF4-FFF2-40B4-BE49-F238E27FC236}">
                <a16:creationId xmlns:a16="http://schemas.microsoft.com/office/drawing/2014/main" id="{16AFE80D-7003-4EDF-BD7E-8379E54D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21 задача × 3 повтора. 10 сопоставимых задач для процентов.</a:t>
            </a:r>
          </a:p>
        </p:txBody>
      </p:sp>
      <p:sp>
        <p:nvSpPr>
          <p:cNvPr id="1512806071" name="content-6">
            <a:extLst xmlns:a="http://schemas.openxmlformats.org/drawingml/2006/main">
              <a:ext uri="{FF2B5EF4-FFF2-40B4-BE49-F238E27FC236}">
                <a16:creationId xmlns:a16="http://schemas.microsoft.com/office/drawing/2014/main" id="{E289B84E-3B5D-47A1-B207-118EE52A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Полный результат: 11/21 у нашего поиска, 10/21 у baseline.</a:t>
            </a:r>
          </a:p>
          <a:p xmlns:a="http://schemas.openxmlformats.org/drawingml/2006/main">
            <a:pPr>
              <a:defRPr sz="1950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Остальные исходы сохранены. Глобальный оптимум не доказан.</a:t>
            </a:r>
          </a:p>
        </p:txBody>
      </p:sp>
    </p:spTree>
    <p:extLst>
      <p:ext uri="{BB962C8B-B14F-4D97-AF65-F5344CB8AC3E}">
        <p14:creationId xmlns:p14="http://schemas.microsoft.com/office/powerpoint/2010/main" val="2129966987"/>
      </p:ext>
    </p:extLst>
  </p:cSld>
</p:sld>
</file>

<file path=ppt/slides/slide10.xml><?xml version="1.0" encoding="utf-8"?>
<p:sld xmlns:p="http://schemas.openxmlformats.org/presentationml/2006/main" showMasterSp="1">
  <p:cSld>
    <p:bg>
      <p:bgPr>
        <a:blipFill xmlns:a="http://schemas.openxmlformats.org/drawingml/2006/main" rotWithShape="1">
          <a:blip xmlns:r="http://schemas.openxmlformats.org/officeDocument/2006/relationships" r:embed="R9901e3dcc9c14ae8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C9AD9A88-2310-419A-975D-336B4EFB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13607742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178BC7D0-E22D-4461-AD1D-078B1B56C0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275862046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5334E87E-0612-4C50-9D01-55166AC31F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51280606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46560BB-7512-41E9-ACB3-FD838D89F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 sz="3600">
              <a:solidFill>
                <a:schemeClr val="bg1"/>
              </a:solidFill>
            </a:endParaRPr>
          </a:p>
        </p:txBody>
      </p:sp>
      <p:sp>
        <p:nvSpPr>
          <p:cNvPr id="1512806068" name="content-4">
            <a:extLst xmlns:a="http://schemas.openxmlformats.org/drawingml/2006/main">
              <a:ext uri="{FF2B5EF4-FFF2-40B4-BE49-F238E27FC236}">
                <a16:creationId xmlns:a16="http://schemas.microsoft.com/office/drawing/2014/main" id="{DF0A3AB5-D378-4088-867B-4AF518F9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Проверяемый результат</a:t>
            </a:r>
          </a:p>
        </p:txBody>
      </p:sp>
      <p:sp>
        <p:nvSpPr>
          <p:cNvPr id="1512806069" name="content-5">
            <a:extLst xmlns:a="http://schemas.openxmlformats.org/drawingml/2006/main">
              <a:ext uri="{FF2B5EF4-FFF2-40B4-BE49-F238E27FC236}">
                <a16:creationId xmlns:a16="http://schemas.microsoft.com/office/drawing/2014/main" id="{E51F68BC-A799-4DC4-A8AD-041A9AB9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3857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483  модульных</a:t>
            </a:r>
          </a:p>
          <a:p xmlns:a="http://schemas.openxmlformats.org/drawingml/2006/main">
            <a:pPr>
              <a:defRPr sz="2325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8  приёмочных</a:t>
            </a:r>
          </a:p>
          <a:p xmlns:a="http://schemas.openxmlformats.org/drawingml/2006/main">
            <a:pPr>
              <a:defRPr sz="2325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50  браузерных</a:t>
            </a:r>
          </a:p>
          <a:p xmlns:a="http://schemas.openxmlformats.org/drawingml/2006/main">
            <a:pPr>
              <a:defRPr sz="2325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11  HTTP-проверок</a:t>
            </a:r>
          </a:p>
        </p:txBody>
      </p:sp>
      <p:sp>
        <p:nvSpPr>
          <p:cNvPr id="1512806070" name="content-6">
            <a:extLst xmlns:a="http://schemas.openxmlformats.org/drawingml/2006/main">
              <a:ext uri="{FF2B5EF4-FFF2-40B4-BE49-F238E27FC236}">
                <a16:creationId xmlns:a16="http://schemas.microsoft.com/office/drawing/2014/main" id="{A9D6703E-74F2-4964-9A1B-80A80F00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78142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JSON/HTML запуска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Связь входа и плана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Свой журнал и версии</a:t>
            </a:r>
          </a:p>
        </p:txBody>
      </p:sp>
      <p:pic>
        <p:nvPicPr>
          <p:cNvPr id="15128060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5b3079ef7498b"/>
          <a:stretch xmlns:a="http://schemas.openxmlformats.org/drawingml/2006/main"/>
        </p:blipFill>
        <p:spPr>
          <a:xfrm xmlns:a="http://schemas.openxmlformats.org/drawingml/2006/main">
            <a:off x="5119688" y="2209800"/>
            <a:ext cx="6029325" cy="401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66987"/>
      </p:ext>
    </p:extLst>
  </p:cSld>
</p:sld>
</file>

<file path=ppt/slides/slide11.xml><?xml version="1.0" encoding="utf-8"?>
<p:sld xmlns:p="http://schemas.openxmlformats.org/presentationml/2006/main" showMasterSp="1">
  <p:cSld>
    <p:bg>
      <p:bgPr>
        <a:blipFill xmlns:a="http://schemas.openxmlformats.org/drawingml/2006/main" rotWithShape="1">
          <a:blip xmlns:r="http://schemas.openxmlformats.org/officeDocument/2006/relationships" r:embed="R80690393218d4be7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C9AD9A88-2310-419A-975D-336B4EFB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13607742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178BC7D0-E22D-4461-AD1D-078B1B56C0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275862046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5334E87E-0612-4C50-9D01-55166AC31F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51280606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46560BB-7512-41E9-ACB3-FD838D89F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 sz="3600">
              <a:solidFill>
                <a:schemeClr val="bg1"/>
              </a:solidFill>
            </a:endParaRPr>
          </a:p>
        </p:txBody>
      </p:sp>
      <p:sp>
        <p:nvSpPr>
          <p:cNvPr id="1512806068" name="content-4">
            <a:extLst xmlns:a="http://schemas.openxmlformats.org/drawingml/2006/main">
              <a:ext uri="{FF2B5EF4-FFF2-40B4-BE49-F238E27FC236}">
                <a16:creationId xmlns:a16="http://schemas.microsoft.com/office/drawing/2014/main" id="{117CB35D-D9BD-47E7-B8BD-E41E82DB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Границы и развитие</a:t>
            </a:r>
          </a:p>
        </p:txBody>
      </p:sp>
      <p:sp>
        <p:nvSpPr>
          <p:cNvPr id="1512806069" name="content-5">
            <a:extLst xmlns:a="http://schemas.openxmlformats.org/drawingml/2006/main">
              <a:ext uri="{FF2B5EF4-FFF2-40B4-BE49-F238E27FC236}">
                <a16:creationId xmlns:a16="http://schemas.microsoft.com/office/drawing/2014/main" id="{1B9D53BD-C830-4F47-B02C-B2D1004A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Сейчас</a:t>
            </a:r>
          </a:p>
        </p:txBody>
      </p:sp>
      <p:sp>
        <p:nvSpPr>
          <p:cNvPr id="1512806070" name="content-6">
            <a:extLst xmlns:a="http://schemas.openxmlformats.org/drawingml/2006/main">
              <a:ext uri="{FF2B5EF4-FFF2-40B4-BE49-F238E27FC236}">
                <a16:creationId xmlns:a16="http://schemas.microsoft.com/office/drawing/2014/main" id="{ED7E9ECE-6F4A-4C4B-86FF-8E6D9E59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812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Локальный планировщик, симуляция, экспорт и доказательства.</a:t>
            </a:r>
          </a:p>
        </p:txBody>
      </p:sp>
      <p:sp>
        <p:nvSpPr>
          <p:cNvPr id="1512806071" name="content-7">
            <a:extLst xmlns:a="http://schemas.openxmlformats.org/drawingml/2006/main">
              <a:ext uri="{FF2B5EF4-FFF2-40B4-BE49-F238E27FC236}">
                <a16:creationId xmlns:a16="http://schemas.microsoft.com/office/drawing/2014/main" id="{C00D9DD2-AA50-4BD6-A30C-7102AC22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623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Для реального полёта</a:t>
            </a:r>
          </a:p>
        </p:txBody>
      </p:sp>
      <p:sp>
        <p:nvSpPr>
          <p:cNvPr id="1512806072" name="content-8">
            <a:extLst xmlns:a="http://schemas.openxmlformats.org/drawingml/2006/main">
              <a:ext uri="{FF2B5EF4-FFF2-40B4-BE49-F238E27FC236}">
                <a16:creationId xmlns:a16="http://schemas.microsoft.com/office/drawing/2014/main" id="{230AD474-B464-48BA-92E8-648D4367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337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Телеметрия, DEM, калибровка энергии и качества, испытания.</a:t>
            </a:r>
          </a:p>
        </p:txBody>
      </p:sp>
      <p:sp>
        <p:nvSpPr>
          <p:cNvPr id="1512806073" name="content-9">
            <a:extLst xmlns:a="http://schemas.openxmlformats.org/drawingml/2006/main">
              <a:ext uri="{FF2B5EF4-FFF2-40B4-BE49-F238E27FC236}">
                <a16:creationId xmlns:a16="http://schemas.microsoft.com/office/drawing/2014/main" id="{5711E073-BD24-47A7-919F-571057F0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Для эксплуатации</a:t>
            </a:r>
          </a:p>
        </p:txBody>
      </p:sp>
      <p:sp>
        <p:nvSpPr>
          <p:cNvPr id="1512806074" name="content-10">
            <a:extLst xmlns:a="http://schemas.openxmlformats.org/drawingml/2006/main">
              <a:ext uri="{FF2B5EF4-FFF2-40B4-BE49-F238E27FC236}">
                <a16:creationId xmlns:a16="http://schemas.microsoft.com/office/drawing/2014/main" id="{55F4AF80-ADCE-443C-A915-BFE81DCA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862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Серверная очередь, доступ пользователей и адаптер автопилота.</a:t>
            </a:r>
          </a:p>
        </p:txBody>
      </p:sp>
      <p:sp>
        <p:nvSpPr>
          <p:cNvPr id="1512806075" name="content-11">
            <a:extLst xmlns:a="http://schemas.openxmlformats.org/drawingml/2006/main">
              <a:ext uri="{FF2B5EF4-FFF2-40B4-BE49-F238E27FC236}">
                <a16:creationId xmlns:a16="http://schemas.microsoft.com/office/drawing/2014/main" id="{84A22C40-D16C-4938-8599-684DFA24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673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Ограничение выводов</a:t>
            </a:r>
          </a:p>
        </p:txBody>
      </p:sp>
      <p:sp>
        <p:nvSpPr>
          <p:cNvPr id="1512806076" name="content-12">
            <a:extLst xmlns:a="http://schemas.openxmlformats.org/drawingml/2006/main">
              <a:ext uri="{FF2B5EF4-FFF2-40B4-BE49-F238E27FC236}">
                <a16:creationId xmlns:a16="http://schemas.microsoft.com/office/drawing/2014/main" id="{A0DF2EEA-D7C5-49FF-9755-FD5FA20B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387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Прогнозная погода и паспортные данные не подтверждают реальный полёт.</a:t>
            </a:r>
          </a:p>
        </p:txBody>
      </p:sp>
    </p:spTree>
    <p:extLst>
      <p:ext uri="{BB962C8B-B14F-4D97-AF65-F5344CB8AC3E}">
        <p14:creationId xmlns:p14="http://schemas.microsoft.com/office/powerpoint/2010/main" val="2129966987"/>
      </p:ext>
    </p:extLst>
  </p:cSld>
</p:sld>
</file>

<file path=ppt/slides/slide12.xml><?xml version="1.0" encoding="utf-8"?>
<p:sld xmlns:p="http://schemas.openxmlformats.org/presentationml/2006/main" showMasterSp="1">
  <p:cSld>
    <p:bg>
      <p:bgPr>
        <a:blipFill xmlns:a="http://schemas.openxmlformats.org/drawingml/2006/main" rotWithShape="1">
          <a:blip xmlns:r="http://schemas.openxmlformats.org/officeDocument/2006/relationships" r:embed="R42112f984e184e3d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3060526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C9AD9A88-2310-419A-975D-336B4EFB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13607742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178BC7D0-E22D-4461-AD1D-078B1B56C0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275862046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5334E87E-0612-4C50-9D01-55166AC31F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51280606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46560BB-7512-41E9-ACB3-FD838D89F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 sz="3600">
              <a:solidFill>
                <a:schemeClr val="bg1"/>
              </a:solidFill>
            </a:endParaRPr>
          </a:p>
        </p:txBody>
      </p:sp>
      <p:sp>
        <p:nvSpPr>
          <p:cNvPr id="1512806068" name="content-4">
            <a:extLst xmlns:a="http://schemas.openxmlformats.org/drawingml/2006/main">
              <a:ext uri="{FF2B5EF4-FFF2-40B4-BE49-F238E27FC236}">
                <a16:creationId xmlns:a16="http://schemas.microsoft.com/office/drawing/2014/main" id="{D8985A87-F9F1-4F16-9F15-FD7BC164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Комплект для эксперта</a:t>
            </a:r>
          </a:p>
        </p:txBody>
      </p:sp>
      <p:sp>
        <p:nvSpPr>
          <p:cNvPr id="1512806069" name="content-5">
            <a:extLst xmlns:a="http://schemas.openxmlformats.org/drawingml/2006/main">
              <a:ext uri="{FF2B5EF4-FFF2-40B4-BE49-F238E27FC236}">
                <a16:creationId xmlns:a16="http://schemas.microsoft.com/office/drawing/2014/main" id="{01A76A5B-9F8B-4211-8790-A4B4FA38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Калеев Сергей</a:t>
            </a:r>
          </a:p>
          <a:p xmlns:a="http://schemas.openxmlformats.org/drawingml/2006/main">
            <a:pPr>
              <a:defRPr sz="2850" b="1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Миняев Револь</a:t>
            </a:r>
          </a:p>
        </p:txBody>
      </p:sp>
      <p:sp>
        <p:nvSpPr>
          <p:cNvPr id="1512806070" name="content-6">
            <a:extLst xmlns:a="http://schemas.openxmlformats.org/drawingml/2006/main">
              <a:ext uri="{FF2B5EF4-FFF2-40B4-BE49-F238E27FC236}">
                <a16:creationId xmlns:a16="http://schemas.microsoft.com/office/drawing/2014/main" id="{3FB94B9C-C8D6-4035-9A6B-F94C896F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Исходный код и Docker-демо</a:t>
            </a:r>
          </a:p>
          <a:p xmlns:a="http://schemas.openxmlformats.org/drawingml/2006/main">
            <a:pPr>
              <a:defRPr sz="2250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Паспорт, инструкция, тесты и воспроизводимые входы</a:t>
            </a:r>
          </a:p>
        </p:txBody>
      </p:sp>
      <p:sp>
        <p:nvSpPr>
          <p:cNvPr id="1512806071" name="content-7">
            <a:extLst xmlns:a="http://schemas.openxmlformats.org/drawingml/2006/main">
              <a:ext uri="{FF2B5EF4-FFF2-40B4-BE49-F238E27FC236}">
                <a16:creationId xmlns:a16="http://schemas.microsoft.com/office/drawing/2014/main" id="{705E7ABB-D45E-4447-AEAA-C5227EDD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10E75"/>
                </a:solidFill>
                <a:latin typeface="Montserrat"/>
                <a:ea typeface="Montserrat"/>
                <a:cs typeface="Montserrat"/>
              </a:defRPr>
            </a:pPr>
            <a:r>
              <a:rPr sz="2250" b="0">
                <a:solidFill>
                  <a:srgbClr val="510E75"/>
                </a:solidFill>
                <a:latin typeface="Montserrat"/>
                <a:ea typeface="Montserrat"/>
                <a:cs typeface="Montserrat"/>
              </a:rPr>
              <a:t>github.com/MasterKSAF/prime-geoscan-lct2026</a:t>
            </a:r>
          </a:p>
        </p:txBody>
      </p:sp>
      <p:sp>
        <p:nvSpPr>
          <p:cNvPr id="1512806072" name="content-8">
            <a:extLst xmlns:a="http://schemas.openxmlformats.org/drawingml/2006/main">
              <a:ext uri="{FF2B5EF4-FFF2-40B4-BE49-F238E27FC236}">
                <a16:creationId xmlns:a16="http://schemas.microsoft.com/office/drawing/2014/main" id="{5C740F3C-CAD1-4EA8-882F-F0C0FF48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2452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Начало проверки: README.md</a:t>
            </a:r>
          </a:p>
          <a:p xmlns:a="http://schemas.openxmlformats.org/drawingml/2006/main">
            <a:pPr>
              <a:defRPr sz="1800" b="0">
                <a:solidFill>
                  <a:srgbClr val="20202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202026"/>
                </a:solidFill>
                <a:latin typeface="Montserrat"/>
                <a:ea typeface="Montserrat"/>
                <a:cs typeface="Montserrat"/>
              </a:rPr>
              <a:t>Репозиторий закрыт. Доступ экспертам предоставит владелец.</a:t>
            </a:r>
          </a:p>
        </p:txBody>
      </p:sp>
    </p:spTree>
    <p:extLst>
      <p:ext uri="{BB962C8B-B14F-4D97-AF65-F5344CB8AC3E}">
        <p14:creationId xmlns:p14="http://schemas.microsoft.com/office/powerpoint/2010/main" val="2129966987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2026-09-22T07:07:40.0350000Z</dcterms:created>
  <dcterms:modified xsi:type="dcterms:W3CDTF">2026-09-22T07:07:40.0350000Z</dcterms:modified>
</coreProperties>
</file>