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673f4980f64e02" /><Relationship Type="http://schemas.openxmlformats.org/officeDocument/2006/relationships/extended-properties" Target="/docProps/app.xml" Id="R40dad740bf5e4ffe" /><Relationship Type="http://schemas.openxmlformats.org/officeDocument/2006/relationships/officeDocument" Target="/ppt/presentation.xml" Id="Rb521be320b6843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091d7727c54f09"/>
  </p:sldMasterIdLst>
  <p:notesMasterIdLst>
    <p:notesMasterId xmlns:r="http://schemas.openxmlformats.org/officeDocument/2006/relationships" r:id="Rdd61307118904aed"/>
  </p:notesMasterIdLst>
  <p:sldIdLst>
    <p:sldId xmlns:r="http://schemas.openxmlformats.org/officeDocument/2006/relationships" id="256" r:id="Rf5b9316da8eb4e6f"/>
    <p:sldId xmlns:r="http://schemas.openxmlformats.org/officeDocument/2006/relationships" id="257" r:id="Re64b67ac3cbc4c7b"/>
    <p:sldId xmlns:r="http://schemas.openxmlformats.org/officeDocument/2006/relationships" id="258" r:id="R6aeb754798894294"/>
    <p:sldId xmlns:r="http://schemas.openxmlformats.org/officeDocument/2006/relationships" id="259" r:id="R9c511ef981c944e7"/>
    <p:sldId xmlns:r="http://schemas.openxmlformats.org/officeDocument/2006/relationships" id="260" r:id="R382d1f1db6744ab4"/>
    <p:sldId xmlns:r="http://schemas.openxmlformats.org/officeDocument/2006/relationships" id="261" r:id="R807cb3b2921d4771"/>
    <p:sldId xmlns:r="http://schemas.openxmlformats.org/officeDocument/2006/relationships" id="262" r:id="Rf79c56af2bba4d46"/>
    <p:sldId xmlns:r="http://schemas.openxmlformats.org/officeDocument/2006/relationships" id="263" r:id="Rccd30f92dd0b4c3f"/>
    <p:sldId xmlns:r="http://schemas.openxmlformats.org/officeDocument/2006/relationships" id="264" r:id="R83e246bdb21a4c5c"/>
    <p:sldId xmlns:r="http://schemas.openxmlformats.org/officeDocument/2006/relationships" id="265" r:id="R4765af6bac4e43ea"/>
    <p:sldId xmlns:r="http://schemas.openxmlformats.org/officeDocument/2006/relationships" id="266" r:id="R0a27bdcdb8a34be7"/>
    <p:sldId xmlns:r="http://schemas.openxmlformats.org/officeDocument/2006/relationships" id="267" r:id="R685b2122882b44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2b60451c384124" /><Relationship Type="http://schemas.openxmlformats.org/officeDocument/2006/relationships/slideMaster" Target="/ppt/slideMasters/slideMaster1.xml" Id="Rcc091d7727c54f09" /><Relationship Type="http://schemas.openxmlformats.org/officeDocument/2006/relationships/notesMaster" Target="/ppt/notesMasters/notesMaster1.xml" Id="Rdd61307118904aed" /><Relationship Type="http://schemas.openxmlformats.org/officeDocument/2006/relationships/presProps" Target="/ppt/presProps.xml" Id="R256d5b7ef22a4af3" /><Relationship Type="http://schemas.openxmlformats.org/officeDocument/2006/relationships/viewProps" Target="/ppt/viewProps.xml" Id="R1c56869d72a04957" /><Relationship Type="http://schemas.openxmlformats.org/officeDocument/2006/relationships/tableStyles" Target="/ppt/tableStyles.xml" Id="R9ccde9d29bdf47c0" /><Relationship Type="http://schemas.openxmlformats.org/officeDocument/2006/relationships/slide" Target="/ppt/slides/slide1.xml" Id="Rf5b9316da8eb4e6f" /><Relationship Type="http://schemas.openxmlformats.org/officeDocument/2006/relationships/slide" Target="/ppt/slides/slide2.xml" Id="Re64b67ac3cbc4c7b" /><Relationship Type="http://schemas.openxmlformats.org/officeDocument/2006/relationships/slide" Target="/ppt/slides/slide3.xml" Id="R6aeb754798894294" /><Relationship Type="http://schemas.openxmlformats.org/officeDocument/2006/relationships/slide" Target="/ppt/slides/slide4.xml" Id="R9c511ef981c944e7" /><Relationship Type="http://schemas.openxmlformats.org/officeDocument/2006/relationships/slide" Target="/ppt/slides/slide5.xml" Id="R382d1f1db6744ab4" /><Relationship Type="http://schemas.openxmlformats.org/officeDocument/2006/relationships/slide" Target="/ppt/slides/slide6.xml" Id="R807cb3b2921d4771" /><Relationship Type="http://schemas.openxmlformats.org/officeDocument/2006/relationships/slide" Target="/ppt/slides/slide7.xml" Id="Rf79c56af2bba4d46" /><Relationship Type="http://schemas.openxmlformats.org/officeDocument/2006/relationships/slide" Target="/ppt/slides/slide8.xml" Id="Rccd30f92dd0b4c3f" /><Relationship Type="http://schemas.openxmlformats.org/officeDocument/2006/relationships/slide" Target="/ppt/slides/slide9.xml" Id="R83e246bdb21a4c5c" /><Relationship Type="http://schemas.openxmlformats.org/officeDocument/2006/relationships/slide" Target="/ppt/slides/slide10.xml" Id="R4765af6bac4e43ea" /><Relationship Type="http://schemas.openxmlformats.org/officeDocument/2006/relationships/slide" Target="/ppt/slides/slide11.xml" Id="R0a27bdcdb8a34be7" /><Relationship Type="http://schemas.openxmlformats.org/officeDocument/2006/relationships/slide" Target="/ppt/slides/slide12.xml" Id="R685b2122882b44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bc5f95e7444e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8e9ba0b989460b" /><Relationship Type="http://schemas.openxmlformats.org/officeDocument/2006/relationships/notesMaster" Target="/ppt/notesMasters/notesMaster1.xml" Id="Rbf04a46bf2cb45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b3d1181a414dfe" /><Relationship Type="http://schemas.openxmlformats.org/officeDocument/2006/relationships/notesMaster" Target="/ppt/notesMasters/notesMaster1.xml" Id="Rac4dad78f6584c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d05c210cd24c17" /><Relationship Type="http://schemas.openxmlformats.org/officeDocument/2006/relationships/notesMaster" Target="/ppt/notesMasters/notesMaster1.xml" Id="Raa7099d2be774a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e512a04587432a" /><Relationship Type="http://schemas.openxmlformats.org/officeDocument/2006/relationships/notesMaster" Target="/ppt/notesMasters/notesMaster1.xml" Id="Rbf1e1157263e40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8b59155f744ead" /><Relationship Type="http://schemas.openxmlformats.org/officeDocument/2006/relationships/notesMaster" Target="/ppt/notesMasters/notesMaster1.xml" Id="R1d74985683214a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d9f3cf92d64570" /><Relationship Type="http://schemas.openxmlformats.org/officeDocument/2006/relationships/notesMaster" Target="/ppt/notesMasters/notesMaster1.xml" Id="R6372c4a6b92249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4e18acc8c84734" /><Relationship Type="http://schemas.openxmlformats.org/officeDocument/2006/relationships/notesMaster" Target="/ppt/notesMasters/notesMaster1.xml" Id="R16a5eadf65ed4c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fbf66f5ab14161" /><Relationship Type="http://schemas.openxmlformats.org/officeDocument/2006/relationships/notesMaster" Target="/ppt/notesMasters/notesMaster1.xml" Id="Ra01fe67ac43645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8d7177c09b448e" /><Relationship Type="http://schemas.openxmlformats.org/officeDocument/2006/relationships/notesMaster" Target="/ppt/notesMasters/notesMaster1.xml" Id="R9ce90114f4de48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f0251091354a1f" /><Relationship Type="http://schemas.openxmlformats.org/officeDocument/2006/relationships/notesMaster" Target="/ppt/notesMasters/notesMaster1.xml" Id="R0d5983b6ca0f43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d603eeda7647ff" /><Relationship Type="http://schemas.openxmlformats.org/officeDocument/2006/relationships/notesMaster" Target="/ppt/notesMasters/notesMaster1.xml" Id="R210b2becd06347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f54a566926430e" /><Relationship Type="http://schemas.openxmlformats.org/officeDocument/2006/relationships/notesMaster" Target="/ppt/notesMasters/notesMaster1.xml" Id="R834fe27d522942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Калеев Сергей и Миняев Револь представляют сервис планирования группы БВС для задачи №5 Геоскана. Оператор задаёт работы и ограничения. Система предлагает план, показывает его выполнение в симуляции и сохраняет проверяемый отчёт.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docs/geoscan-md/geoscan-track5-tz.md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В одной миссии могут быть разные виды работ и участки. Нужны совместимые аппараты, достаточный заряд и расписание без конфликтов. Оператор выбирает, что важнее: закончить раньше или уменьшить суммарное время полётов.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docs/geoscan-md/geoscan-track5-tz.md</a:t>
            </a:r>
            <a:endParaRPr/>
          </a:p>
          <a:p xmlns:a="http://schemas.openxmlformats.org/drawingml/2006/main">
            <a:pPr>
              <a:buNone/>
            </a:pPr>
            <a:r>
              <a:t>docs/planner/submission/SOLUTION-PASSPORT.md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Сервис запускается локально в Docker. React и Leaflet дают интерфейс и карту. TypeScript-ядро строит кандидатов на CPU. Повторный валидатор проверяет ограничения. IndexedDB сохраняет миссии и историю. Для тайлов и свежего прогноза нужна сеть.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package-lock.json</a:t>
            </a:r>
            <a:endParaRPr/>
          </a:p>
          <a:p xmlns:a="http://schemas.openxmlformats.org/drawingml/2006/main">
            <a:pPr>
              <a:buNone/>
            </a:pPr>
            <a:r>
              <a:t>docs/planner/submission/SOLUTION-PASSPORT.md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Ядро строит полосы покрытия и безопасные переходы, проверяет совместимость сенсоров и ресурс, затем формирует расписание. Ограниченный поиск сравнивает кандидатов по двум критериям. Мы не заявляем доказанный глобальный оптимум.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lib/planner/mission-engine.ts</a:t>
            </a:r>
            <a:endParaRPr/>
          </a:p>
          <a:p xmlns:a="http://schemas.openxmlformats.org/drawingml/2006/main">
            <a:pPr>
              <a:buNone/>
            </a:pPr>
            <a:r>
              <a:t>lib/planner/mission-validation.ts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Одна миссия может включать несколько видов работ и территорий. Для каждой работы задаются свои качество, период и аппараты. Автовыбор учитывает совместимость сенсоров. Общие запреты распространяются на миссию.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docs/planner/submission/INTERFACE-GUIDE.md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В каталоге доступны Gemini, 801 и 201. Модель 201 использует отдельный самолётный профиль. Текущий заряд сохраняется между вылетами. Новый полный заряд появляется только при обновлении состояния. Реальную бортовую телеметрию мы ещё не подключали.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lib/planner/mission-vehicle-catalog.ts</a:t>
            </a:r>
            <a:endParaRPr/>
          </a:p>
          <a:p xmlns:a="http://schemas.openxmlformats.org/drawingml/2006/main">
            <a:pPr>
              <a:buNone/>
            </a:pPr>
            <a:r>
              <a:t>docs/planner/submission/SOLUTION-PASSPORT.md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Показываем три переносимых JSON-примера. Первый проходит полный цикл. Второй использует весь KML экспертов и показывает обход записи вышки в Приморье. Работа, базы и ветер модельные. Третий не имеет достаточного заряда: система объясняет отказ и проверяет предлагаемое изменение.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public/planner/scenarios/demo-01-survey.mission.json</a:t>
            </a:r>
            <a:endParaRPr/>
          </a:p>
          <a:p xmlns:a="http://schemas.openxmlformats.org/drawingml/2006/main">
            <a:pPr>
              <a:buNone/>
            </a:pPr>
            <a:r>
              <a:t>public/planner/scenarios/demo-02-expert-obstacles.mission.json</a:t>
            </a:r>
            <a:endParaRPr/>
          </a:p>
          <a:p xmlns:a="http://schemas.openxmlformats.org/drawingml/2006/main">
            <a:pPr>
              <a:buNone/>
            </a:pPr>
            <a:r>
              <a:t>public/planner/scenarios/demo-03-repair.mission.json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Импортировали исходный KML экспертов: 3 201 объект, включая 56 линий. Сохранили исходные байты и все высоты. Замкнули 15 колец в производной геометрии с протоколом. Без DEM нельзя смешивать абсолютные отметки с высотой над землёй, поэтому используем горизонтальный обход на всех высотах. После локального поиска проверяем сегменты маршрута по полному источнику. В Демо 2 протокол ухода подтвердил 56 из 56 интервалов при исходных условиях. Это расчётная проверка, не аппаратная сертификация.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docs/planner/submission/evidence/obstacles/verification.json</a:t>
            </a:r>
            <a:endParaRPr/>
          </a:p>
          <a:p xmlns:a="http://schemas.openxmlformats.org/drawingml/2006/main">
            <a:pPr>
              <a:buNone/>
            </a:pPr>
            <a:r>
              <a:t>lib/planner/obstacle-layer.ts</a:t>
            </a:r>
            <a:endParaRPr/>
          </a:p>
          <a:p xmlns:a="http://schemas.openxmlformats.org/drawingml/2006/main">
            <a:pPr>
              <a:buNone/>
            </a:pPr>
            <a:r>
              <a:t>lib/planner/mission-contingency.ts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Проверили 21 задачу с тремя повторами. Для процентов использовали 10 задач, в которых обе сравниваемые стратегии нашли полный допустимый план. Последовательная базовая стратегия выполняет вылеты по очереди. Параллельная допускает простой параллельный запуск. Это наши воспроизводимые базовые алгоритмы, а не продукты конкурентов. Наш поиск дал полные планы для 11 из 21 задач, базовые для 10. Все отрицательные исходы сохранены.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docs/planner/submission/evidence/benchmark/report.json</a:t>
            </a:r>
            <a:endParaRPr/>
          </a:p>
          <a:p xmlns:a="http://schemas.openxmlformats.org/drawingml/2006/main">
            <a:pPr>
              <a:buNone/>
            </a:pPr>
            <a:r>
              <a:t>docs/planner/submission/evidence/benchmark/verification.json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В комплекте код, Docker, переносимые входы и доказательства. ZIP BagIt 1.0 содержит оригинальный KML, вход, план, маршруты, журнал и SHA-256. Проверили скачанный из браузера архив отдельным модельным проходом и Python stdlib. Прошли 509 модульных, 8 приёмочных и 20 текущих браузерных проверок. Базовый API: 11 проверок. Расширенный API: 6 на повторе, первый прогон воспроизвёл известный 503 после большого отклонённого запроса. Ограничение записано в документации.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docs/planner/submission/VERIFICATION.md</a:t>
            </a:r>
            <a:endParaRPr/>
          </a:p>
          <a:p xmlns:a="http://schemas.openxmlformats.org/drawingml/2006/main">
            <a:pPr>
              <a:buNone/>
            </a:pPr>
            <a:r>
              <a:t>docs/planner/submission/evidence/browser/mission.evidence.zip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Готов локальный инженерный стенд. Для реальных полётов нужны телеметрия, цифровая модель рельефа, калибровка расхода энергии и качества съёмки, испытания. Для эксплуатации добавляются серверная очередь, права доступа и адаптер автопилота. Число пройденных тестов не является гарантией безопасности полёта.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docs/planner/submission/KNOWN-LIMITATIONS.md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Калеев Сергей и Миняев Револь. Исходный код и комплект эксперта находятся в закрытом репозитории. Доступ экспертам выдаст владелец после получения логинов. Начать проверку можно с README.</a:t>
            </a:r>
            <a:endParaRPr/>
          </a:p>
          <a:p xmlns:a="http://schemas.openxmlformats.org/drawingml/2006/main">
            <a:pPr>
              <a:buNone/>
            </a:pPr>
            <a:r>
              <a:t/>
            </a:r>
            <a:endParaRPr/>
          </a:p>
          <a:p xmlns:a="http://schemas.openxmlformats.org/drawingml/2006/main">
            <a:pPr>
              <a:buNone/>
            </a:pPr>
            <a:r>
              <a:t>Источники:</a:t>
            </a:r>
            <a:endParaRPr/>
          </a:p>
          <a:p xmlns:a="http://schemas.openxmlformats.org/drawingml/2006/main">
            <a:pPr>
              <a:buNone/>
            </a:pPr>
            <a:r>
              <a:t>README.md</a:t>
            </a:r>
            <a:endParaRPr/>
          </a:p>
          <a:p xmlns:a="http://schemas.openxmlformats.org/drawingml/2006/main">
            <a:pPr>
              <a:buNone/>
            </a:pPr>
            <a:r>
              <a:t>docs/planner/submission/README.md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909e0bb4d54010" /><Relationship Type="http://schemas.openxmlformats.org/officeDocument/2006/relationships/image" Target="/ppt/media/image2.png" Id="R3a27fe7d3f8343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1ab7423f6645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51582497d44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9a091f28e437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f07d5727ec4e5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fe678b963b4d5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845ba661a48d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21033b2434422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ad79c033aa4fe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74a80f214642f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05fac7691240a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141d32b1446c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56bfe4316414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2964e1147483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7e71b75cf42ae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5e05a2531479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0aa4abc2d462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5dfd17ca04563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68343bbe53449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a2dcdef12a41a0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15e858e464d8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7d42b310f4b1a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64206e2ba4a3d" /></Relationships>
</file>

<file path=ppt/slideLayouts/slideLayout1.xml><?xml version="1.0" encoding="utf-8"?>
<p:sldLayout xmlns:p="http://schemas.openxmlformats.org/presentationml/2006/main" showMasterSp="1" showMasterPhAnim="0" matchingName="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3a27fe7d3f8343c6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51474930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4722073A-6E68-4D09-9627-DA862D7C54F3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Иконка задачи</a:t>
            </a:r>
            <a:endParaRPr/>
          </a:p>
        </p:txBody>
      </p:sp>
      <p:sp>
        <p:nvSpPr>
          <p:cNvPr id="101044194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C0565E4-31EC-4EFB-8CE4-42CE072CC060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НАЗВАНИЕ КОМАНДЫ</a:t>
            </a:r>
            <a:endParaRPr/>
          </a:p>
        </p:txBody>
      </p:sp>
      <p:sp>
        <p:nvSpPr>
          <p:cNvPr id="1963311200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D46A8373-735A-47E7-B344-48D2AC763EC7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Логотип/логотипы постановщика задачи</a:t>
            </a:r>
            <a:endParaRPr/>
          </a:p>
        </p:txBody>
      </p:sp>
      <p:sp>
        <p:nvSpPr>
          <p:cNvPr id="512393878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46D314C8-B0E8-4833-889C-65AF2728FA17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pPr>
              <a:buNone/>
            </a:pPr>
            <a:r>
              <a:rPr sz="1600" b="0"/>
              <a:t>Номер и название задачи</a:t>
            </a: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1" showMasterPhAnim="0" matchingName="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76540476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328BC512-64F7-40C8-9AEF-7014B2A7C18E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Фото команды</a:t>
            </a:r>
            <a:endParaRPr/>
          </a:p>
        </p:txBody>
      </p:sp>
      <p:sp>
        <p:nvSpPr>
          <p:cNvPr id="182421043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F1EF6BF-6740-4245-ABE4-F98CD0AEC5C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КОМАНДА «НАЗВАНИЕ»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Sp="1" showMasterPhAnim="0" matchingName="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79068023" name="Дата 3">
            <a:extLst xmlns:a="http://schemas.openxmlformats.org/drawingml/2006/main">
              <a:ext uri="{FF2B5EF4-FFF2-40B4-BE49-F238E27FC236}">
                <a16:creationId xmlns:a16="http://schemas.microsoft.com/office/drawing/2014/main" id="{6D08710A-E895-447D-A98D-2BA756B9A89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67EB9651-F031-4963-AFE9-33BCC0E88757}" type="datetime1">
              <a:t>15.09.2026</a:t>
            </a:fld>
            <a:endParaRPr/>
          </a:p>
        </p:txBody>
      </p:sp>
      <p:sp>
        <p:nvSpPr>
          <p:cNvPr id="910024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40AB35D-30A1-4122-B6AB-395C4BA110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0769659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30D7DAD9-77F8-463F-9195-4B6C17AEF9B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70724057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B2F498-50FB-4FD6-AD95-0A4F8C1BFA6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КОМАНДА «НАЗВАНИЕ»</a:t>
            </a:r>
            <a:endParaRPr/>
          </a:p>
        </p:txBody>
      </p:sp>
      <p:sp>
        <p:nvSpPr>
          <p:cNvPr id="9737120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ABCCA3B-DC66-4FAE-BEBF-F302840ACCD8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  <a:endParaRPr/>
          </a:p>
          <a:p xmlns:a="http://schemas.openxmlformats.org/drawingml/2006/main">
            <a:pPr lvl="0">
              <a:buNone/>
            </a:pPr>
            <a:r>
              <a:t>Telegram</a:t>
            </a:r>
            <a:endParaRPr/>
          </a:p>
          <a:p xmlns:a="http://schemas.openxmlformats.org/drawingml/2006/main">
            <a:pPr lvl="0">
              <a:buNone/>
            </a:pPr>
            <a:r>
              <a:t>Номер</a:t>
            </a:r>
            <a:endParaRPr/>
          </a:p>
        </p:txBody>
      </p:sp>
      <p:sp>
        <p:nvSpPr>
          <p:cNvPr id="8620073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4CD978B-ED19-4873-9494-0DB64BA2E3E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  <a:endParaRPr/>
          </a:p>
          <a:p xmlns:a="http://schemas.openxmlformats.org/drawingml/2006/main">
            <a:pPr lvl="0">
              <a:buNone/>
            </a:pPr>
            <a:r>
              <a:t>Telegram</a:t>
            </a:r>
            <a:endParaRPr/>
          </a:p>
          <a:p xmlns:a="http://schemas.openxmlformats.org/drawingml/2006/main">
            <a:pPr lvl="0">
              <a:buNone/>
            </a:pPr>
            <a:r>
              <a:t>Номер</a:t>
            </a:r>
            <a:endParaRPr/>
          </a:p>
        </p:txBody>
      </p:sp>
      <p:sp>
        <p:nvSpPr>
          <p:cNvPr id="19815058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108C862-06E3-4FCD-888B-3775A8D07C8C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  <a:endParaRPr/>
          </a:p>
          <a:p xmlns:a="http://schemas.openxmlformats.org/drawingml/2006/main">
            <a:pPr lvl="0">
              <a:buNone/>
            </a:pPr>
            <a:r>
              <a:t>Telegram</a:t>
            </a:r>
            <a:endParaRPr/>
          </a:p>
          <a:p xmlns:a="http://schemas.openxmlformats.org/drawingml/2006/main">
            <a:pPr lvl="0">
              <a:buNone/>
            </a:pPr>
            <a:r>
              <a:t>Номер</a:t>
            </a:r>
            <a:endParaRPr/>
          </a:p>
        </p:txBody>
      </p:sp>
      <p:sp>
        <p:nvSpPr>
          <p:cNvPr id="22917752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EBB4A90-B34C-4AEA-BFB6-5D2DBC29F52A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  <a:endParaRPr/>
          </a:p>
          <a:p xmlns:a="http://schemas.openxmlformats.org/drawingml/2006/main">
            <a:pPr lvl="0">
              <a:buNone/>
            </a:pPr>
            <a:r>
              <a:t>Telegram</a:t>
            </a:r>
            <a:endParaRPr/>
          </a:p>
          <a:p xmlns:a="http://schemas.openxmlformats.org/drawingml/2006/main">
            <a:pPr lvl="0">
              <a:buNone/>
            </a:pPr>
            <a:r>
              <a:t>Номер</a:t>
            </a:r>
            <a:endParaRPr/>
          </a:p>
        </p:txBody>
      </p:sp>
      <p:sp>
        <p:nvSpPr>
          <p:cNvPr id="6516323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5728E94-6242-4A1B-AC47-E97651E9360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  <a:endParaRPr/>
          </a:p>
          <a:p xmlns:a="http://schemas.openxmlformats.org/drawingml/2006/main">
            <a:pPr lvl="0">
              <a:buNone/>
            </a:pPr>
            <a:r>
              <a:t>Telegram</a:t>
            </a:r>
            <a:endParaRPr/>
          </a:p>
          <a:p xmlns:a="http://schemas.openxmlformats.org/drawingml/2006/main">
            <a:pPr lvl="0">
              <a:buNone/>
            </a:pPr>
            <a:r>
              <a:t>Номер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1" showMasterPhAnim="0" matchingName="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032160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5210934-4E7A-44AA-8341-B346DFB2A5C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1021F813-DBA1-42EC-A748-A9CC16659E6B}" type="datetime1">
              <a:t>15.09.2026</a:t>
            </a:fld>
            <a:endParaRPr/>
          </a:p>
        </p:txBody>
      </p:sp>
      <p:sp>
        <p:nvSpPr>
          <p:cNvPr id="333384148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3FF0463-C551-406A-BFAA-F1B8FB6ADA8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255841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4FE4AF2-16A6-44CC-AD9D-9BD6814FA80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3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Sp="1" showMasterPhAnim="0" matchingName="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428510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E746FD3A-23C9-4E32-82A1-8150B988527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631567691" name="Дата 3">
            <a:extLst xmlns:a="http://schemas.openxmlformats.org/drawingml/2006/main">
              <a:ext uri="{FF2B5EF4-FFF2-40B4-BE49-F238E27FC236}">
                <a16:creationId xmlns:a16="http://schemas.microsoft.com/office/drawing/2014/main" id="{B9F53E0A-5D55-4FFF-8431-E80326485D6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7DE2642A-6018-4CC1-81AB-5FD8D2782D4F}" type="datetime1">
              <a:t>15.09.2026</a:t>
            </a:fld>
            <a:endParaRPr/>
          </a:p>
        </p:txBody>
      </p:sp>
      <p:sp>
        <p:nvSpPr>
          <p:cNvPr id="160778017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2E71F3CB-478F-48AF-9105-3FB2ABF48A1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9699738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95A3962-C260-42DF-9F56-D943879A0C7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48559652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775DBA1-7F5E-4205-A1CB-381832009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Sp="1" showMasterPhAnim="0" matchingName="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4299677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A5F97A6D-A04D-40CC-96DF-739ACB3E70F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826407096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0FCE1A80-A9D1-4DC6-90C7-836BFEA92E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2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338508088" name="Дата 3">
            <a:extLst xmlns:a="http://schemas.openxmlformats.org/drawingml/2006/main">
              <a:ext uri="{FF2B5EF4-FFF2-40B4-BE49-F238E27FC236}">
                <a16:creationId xmlns:a16="http://schemas.microsoft.com/office/drawing/2014/main" id="{8EE1F64B-77E6-4918-93C1-0472655B14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3014BBE-C503-4380-A869-5EE8294FE947}" type="datetime1">
              <a:t>15.09.2026</a:t>
            </a:fld>
            <a:endParaRPr/>
          </a:p>
        </p:txBody>
      </p:sp>
      <p:sp>
        <p:nvSpPr>
          <p:cNvPr id="60687758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BA9DE9C-DAA6-486F-9788-252BC8E7AFF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7981826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B397616-D453-4AFB-A37D-42FF9A0F489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395958979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94EA2F7-9EFD-493E-9C0B-DE2197056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Sp="1" showMasterPhAnim="0" matchingName="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775018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7C32AA0-E0B5-4DD0-8A14-A0B3E0EC4F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381396621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C4F0B06-00FC-4C82-A099-FB9035F876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970342822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B6E07FE4-F52F-42CA-BD51-5E6F1F1E911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780847399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0CEDFC4C-460A-4624-AA10-9B26D9C7BA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2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426873105" name="Дата 3">
            <a:extLst xmlns:a="http://schemas.openxmlformats.org/drawingml/2006/main">
              <a:ext uri="{FF2B5EF4-FFF2-40B4-BE49-F238E27FC236}">
                <a16:creationId xmlns:a16="http://schemas.microsoft.com/office/drawing/2014/main" id="{CB763378-B5F5-4DCE-BADB-D035B55ECD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0D568497-304A-497F-ADAE-97D3CF462C1C}" type="datetime1">
              <a:t>15.09.2026</a:t>
            </a:fld>
            <a:endParaRPr/>
          </a:p>
        </p:txBody>
      </p:sp>
      <p:sp>
        <p:nvSpPr>
          <p:cNvPr id="79338273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FB5F860-7262-405F-854D-9181424DEF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4716213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5D19C29-1F73-4BE6-8411-E5DBA7184D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7747478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2C5E388-9394-4672-95FB-09C659A60E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showMasterSp="1" showMasterPhAnim="0" matchingName="" type="blank" preserve="1" userDrawn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58943158" name="Дата 3">
            <a:extLst xmlns:a="http://schemas.openxmlformats.org/drawingml/2006/main">
              <a:ext uri="{FF2B5EF4-FFF2-40B4-BE49-F238E27FC236}">
                <a16:creationId xmlns:a16="http://schemas.microsoft.com/office/drawing/2014/main" id="{141EA6A2-62FC-43D3-A582-6B8B2230134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2CB240C-04A3-49D4-83F9-87A9C6C414DC}" type="datetime1">
              <a:t>15.09.2026</a:t>
            </a:fld>
            <a:endParaRPr/>
          </a:p>
        </p:txBody>
      </p:sp>
      <p:sp>
        <p:nvSpPr>
          <p:cNvPr id="194656526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F79E8F2-B71A-49E8-8627-6A59EE5FB3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83175302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87F2BCA-87E6-4CB6-ADA8-D7B0CEF13DF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Sp="1" showMasterPhAnim="0" matchingName="" type="objTx" preserve="1" userDrawn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381983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5551E85-CA18-495E-A88F-E6189D5D4FF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188660134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8DB46053-EF41-476B-9A15-DEB8E57816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50"/>
            </a:lvl1pPr>
            <a:lvl2pPr>
              <a:buNone/>
              <a:defRPr sz="1500"/>
            </a:lvl2pPr>
            <a:lvl3pPr>
              <a:buNone/>
              <a:defRPr sz="1250"/>
            </a:lvl3pPr>
            <a:lvl4pPr>
              <a:buNone/>
              <a:defRPr sz="1150"/>
            </a:lvl4pPr>
            <a:lvl5pPr>
              <a:buNone/>
              <a:defRPr sz="1150"/>
            </a:lvl5pPr>
            <a:lvl6pPr>
              <a:buNone/>
              <a:defRPr sz="1250"/>
            </a:lvl6pPr>
            <a:lvl7pPr>
              <a:buNone/>
              <a:defRPr sz="1250"/>
            </a:lvl7pPr>
            <a:lvl8pPr>
              <a:buNone/>
              <a:defRPr sz="1250"/>
            </a:lvl8pPr>
            <a:lvl9pPr>
              <a:buNone/>
              <a:defRPr sz="12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860632406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B8013DBA-C065-4F50-B09C-2DDE6D8DD3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072290199" name="Дата 3">
            <a:extLst xmlns:a="http://schemas.openxmlformats.org/drawingml/2006/main">
              <a:ext uri="{FF2B5EF4-FFF2-40B4-BE49-F238E27FC236}">
                <a16:creationId xmlns:a16="http://schemas.microsoft.com/office/drawing/2014/main" id="{01B1F456-999A-4A5D-BFF5-A613959996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E74468B-3512-454B-AB51-7AE95604D39E}" type="datetime1">
              <a:t>15.09.2026</a:t>
            </a:fld>
            <a:endParaRPr/>
          </a:p>
        </p:txBody>
      </p:sp>
      <p:sp>
        <p:nvSpPr>
          <p:cNvPr id="198809990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B16CE21-6DCE-4570-8A7C-D7F7C55D868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0033633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0632ECB-9916-4CE0-9780-7C812B32E4D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1" showMasterPhAnim="0" matchingName="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7250847" name="Дата 4">
            <a:extLst xmlns:a="http://schemas.openxmlformats.org/drawingml/2006/main">
              <a:ext uri="{FF2B5EF4-FFF2-40B4-BE49-F238E27FC236}">
                <a16:creationId xmlns:a16="http://schemas.microsoft.com/office/drawing/2014/main" id="{F604D260-96EE-423F-AA00-82F1B0A043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BAB2196-A440-4E25-B9FF-D0ADB01B1A15}" type="datetime1">
              <a:t>15.09.2026</a:t>
            </a:fld>
            <a:endParaRPr/>
          </a:p>
        </p:txBody>
      </p:sp>
      <p:sp>
        <p:nvSpPr>
          <p:cNvPr id="951955627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6ACF4B3-FF49-432F-AB50-B46A970D0D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89852506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C8A4A838-3F36-435A-8D27-5878D623DF56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56944297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4F7A77B-3F7C-491F-9C7A-D2C700F2365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1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Sp="1" showMasterPhAnim="0" matchingName="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78238563" name="Дата 3">
            <a:extLst xmlns:a="http://schemas.openxmlformats.org/drawingml/2006/main">
              <a:ext uri="{FF2B5EF4-FFF2-40B4-BE49-F238E27FC236}">
                <a16:creationId xmlns:a16="http://schemas.microsoft.com/office/drawing/2014/main" id="{0F886C43-EA8F-4FCB-82B0-F1C79BD651E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C7BAE699-64F9-49EF-B784-2DEF2B221955}" type="datetime1">
              <a:t>15.09.2026</a:t>
            </a:fld>
            <a:endParaRPr/>
          </a:p>
        </p:txBody>
      </p:sp>
      <p:sp>
        <p:nvSpPr>
          <p:cNvPr id="85520164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8524214-5B33-4B87-8D26-3A6F48C7E96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4754235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2E3D35F-C0AF-4F01-B83D-55A19765B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93835698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7CC22239-33E0-4F68-91B2-6DF0E42157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19754967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12045BD8-919A-4DD6-A166-DCE9CA5959AF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49067220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88989BF-D2C7-449C-B13D-45E85414AB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204627909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32A96F51-9B17-43AA-B558-B82F93F35D89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131413658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272F350-AAF9-43D8-9B9C-CE194D3D468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57428558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E69C991-A010-4C0B-AE34-A170BD9899A2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212108895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ED96C2E-60A3-4FBA-A437-E1C47FA4C2C0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100854634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8F77DE61-78AB-4003-8D0F-D083E85F6C9D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186196915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D825D0B-AC0F-425E-91BD-C976395E7020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1111588338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A98BC1E-30F8-4E52-8C53-CE9B70AD9C0F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128842873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9E206B-13B1-4CF2-92A3-EA0DDC809AEF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  <a:endParaRPr/>
          </a:p>
        </p:txBody>
      </p:sp>
      <p:sp>
        <p:nvSpPr>
          <p:cNvPr id="34025198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168BD13-6FE0-485B-964F-385399FAF4FC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  <a:endParaRPr/>
          </a:p>
        </p:txBody>
      </p:sp>
      <p:sp>
        <p:nvSpPr>
          <p:cNvPr id="126598567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BBED60E-06EE-4CAE-A741-05EFBC5A88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74652499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B14B10F-A1C9-4ACC-A69E-996163963D71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2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  <p:sp>
        <p:nvSpPr>
          <p:cNvPr id="162343668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17E9CC9-17EA-4720-9B47-0CB0ACA80500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  <a:endParaRPr/>
          </a:p>
        </p:txBody>
      </p:sp>
      <p:sp>
        <p:nvSpPr>
          <p:cNvPr id="94963358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133C726-9E30-4E02-9D68-2EDC0625544C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  <a:endParaRPr/>
          </a:p>
        </p:txBody>
      </p:sp>
      <p:sp>
        <p:nvSpPr>
          <p:cNvPr id="147832033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AC96911-EB53-4016-BC3C-263DDFF92770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  <a:endParaRPr/>
          </a:p>
        </p:txBody>
      </p:sp>
      <p:sp>
        <p:nvSpPr>
          <p:cNvPr id="97083774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BBA74BA6-6CCD-4D54-852F-72F0D173B09D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  <a:endParaRPr/>
          </a:p>
        </p:txBody>
      </p:sp>
      <p:sp>
        <p:nvSpPr>
          <p:cNvPr id="15463693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15767E9-1073-4141-BF9B-7F5BDBAE6010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1" showMasterPhAnim="0" matchingName="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363416" name="Дата 3">
            <a:extLst xmlns:a="http://schemas.openxmlformats.org/drawingml/2006/main">
              <a:ext uri="{FF2B5EF4-FFF2-40B4-BE49-F238E27FC236}">
                <a16:creationId xmlns:a16="http://schemas.microsoft.com/office/drawing/2014/main" id="{CFC7ACCC-5766-4B9B-ADAA-512D7A3F99A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CAFA80CC-940E-479C-90C0-76DA923785E9}" type="datetime1">
              <a:t>15.09.2026</a:t>
            </a:fld>
            <a:endParaRPr/>
          </a:p>
        </p:txBody>
      </p:sp>
      <p:sp>
        <p:nvSpPr>
          <p:cNvPr id="85782608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332F37E-B8C0-479F-B229-078445ED1B8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11970069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CD2CCB75-B2DD-47E4-95DD-D97C5AF5BF7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10985192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9D4B5C-8EE5-451F-AB10-22EEB37EBF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7645026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433467AF-A376-479B-B898-38DB9DFA780D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024359229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E84C5077-284F-43AF-93E4-C8D22B22E752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65456492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E7CC20A6-8850-4459-8069-390D6BAE633E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38782632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45607BD-7E57-4FFC-8456-73B0ABF03C6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showMasterSp="1" showMasterPhAnim="0" matchingName="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4091375" name="Дата 3">
            <a:extLst xmlns:a="http://schemas.openxmlformats.org/drawingml/2006/main">
              <a:ext uri="{FF2B5EF4-FFF2-40B4-BE49-F238E27FC236}">
                <a16:creationId xmlns:a16="http://schemas.microsoft.com/office/drawing/2014/main" id="{06F7731B-7ECC-49E8-A508-38375BDEBB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82A4DA7B-A7D8-4443-AD1C-4C7CDC678488}" type="datetime1">
              <a:t>15.09.2026</a:t>
            </a:fld>
            <a:endParaRPr/>
          </a:p>
        </p:txBody>
      </p:sp>
      <p:sp>
        <p:nvSpPr>
          <p:cNvPr id="115028750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A1C5BE36-E66E-43B1-AC04-2B83B807F1E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05679433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E49B4A36-2F37-44E4-99F8-A2EAD01C5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260375728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68910EB9-53BB-4285-8B6D-29DCCE1F109C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  <a:endParaRPr/>
          </a:p>
        </p:txBody>
      </p:sp>
      <p:sp>
        <p:nvSpPr>
          <p:cNvPr id="17780204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D1748674-16B0-423B-81FC-231370E32FC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3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480185214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EC322682-BCE2-4924-96BB-93B05B5E3507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3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27097565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C66E8E35-8275-4229-9223-62F3DB7C2E4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3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69458724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667F8CFD-0EE7-41BB-AB1D-765816BFAE3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3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63816974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0748E595-0452-42E2-933F-91FC1E59D0F9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3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showMasterSp="1" showMasterPhAnim="0" matchingName="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152793" name="Дата 3">
            <a:extLst xmlns:a="http://schemas.openxmlformats.org/drawingml/2006/main">
              <a:ext uri="{FF2B5EF4-FFF2-40B4-BE49-F238E27FC236}">
                <a16:creationId xmlns:a16="http://schemas.microsoft.com/office/drawing/2014/main" id="{25FC902B-FBC0-4D8F-B854-D1C0460A23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4E505DF-C567-47F2-9374-60838F800101}" type="datetime1">
              <a:t>15.09.2026</a:t>
            </a:fld>
            <a:endParaRPr/>
          </a:p>
        </p:txBody>
      </p:sp>
      <p:sp>
        <p:nvSpPr>
          <p:cNvPr id="159955748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4F64C31-E047-48C2-96DB-7A86A1556EB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8587238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ACB1021-A470-4CC7-A418-7B4DE3D8F73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643982543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B929342-DD8C-4967-9146-E5C066F8C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53797740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E71B8BD-28D2-409B-B7B8-B0B8831BA2F0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66319579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84182D4-FF33-495D-AA72-DA32C4868E7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92533809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F26CD1B-F9F3-4D2D-AFD3-65830F0EABC7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4835589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3C4E4CC-1080-4C30-9B90-665FEBCDC08F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0418332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ABBF4E4-4607-4AD0-89F8-97E3B54695DC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3558540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9CC5EBD-1ADA-455D-B672-05C16EB2324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showMasterSp="1" showMasterPhAnim="0" matchingName="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1419336" name="Дата 3">
            <a:extLst xmlns:a="http://schemas.openxmlformats.org/drawingml/2006/main">
              <a:ext uri="{FF2B5EF4-FFF2-40B4-BE49-F238E27FC236}">
                <a16:creationId xmlns:a16="http://schemas.microsoft.com/office/drawing/2014/main" id="{779B98CC-92D9-4069-B442-34D423C0671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2938A0C3-5C2F-47B8-B008-79A49A1195BA}" type="datetime1">
              <a:t>15.09.2026</a:t>
            </a:fld>
            <a:endParaRPr/>
          </a:p>
        </p:txBody>
      </p:sp>
      <p:sp>
        <p:nvSpPr>
          <p:cNvPr id="209351711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9075B95-68D2-4263-B783-CA7C16BC2F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49823649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95A336B-3029-4F83-8394-77400B95C92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55085860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07F2381-1ADC-4FF0-8B52-84E1FCAA51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8726398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C06C3C6-C705-4851-BFF8-259228AEE014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2247954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A7D41BC-E244-4F34-B67D-467349F4E46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78466813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7568535-E266-4BAD-BDE7-BA8A6BB2C101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52895084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4DF3AC5-B451-4249-981A-D9A9B22FCDC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93925839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9340D6F-84FB-4629-A037-44FE6BD40E04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997892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29D055-BAC6-41FC-AF41-4422EF0C6F09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30252642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94E5873-0805-4725-A3E5-F7E9A0DE8E7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121297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4F977A9-474B-47E7-AF55-C04FA47101B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showMasterSp="1" showMasterPhAnim="0" matchingName="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29072643" name="Дата 3">
            <a:extLst xmlns:a="http://schemas.openxmlformats.org/drawingml/2006/main">
              <a:ext uri="{FF2B5EF4-FFF2-40B4-BE49-F238E27FC236}">
                <a16:creationId xmlns:a16="http://schemas.microsoft.com/office/drawing/2014/main" id="{DA57F0DD-9077-45B0-ACDE-213351719C1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BF4F29EB-DFD0-428E-8E89-ED117A3553E3}" type="datetime1">
              <a:t>15.09.2026</a:t>
            </a:fld>
            <a:endParaRPr/>
          </a:p>
        </p:txBody>
      </p:sp>
      <p:sp>
        <p:nvSpPr>
          <p:cNvPr id="80315310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E0BB2657-4677-40D8-87FC-B8A49E33A33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43167614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584F59B-8B11-4D31-9276-0AAA690363F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0633266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96454FF-2AD3-4160-8C6D-8EEDAC107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49367145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CADC6ED-EE41-4116-9183-A51B075E45C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069956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8300BA9-5260-434E-9401-FCCCF54A52C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30391392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2BEFC0-4CE4-4B31-8023-57D7841A8404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0957569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7E48DBF-579B-4141-9D97-73F13058BEA0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6120662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DDD029D-3378-420D-98E1-4A04867462B9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1503882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F9DD40-9042-466D-8D84-639B05C95D6E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7822361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C3A1E39-8F9B-43D8-A9AE-DC2DC96EF057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7469489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1C7C53C-D7AE-4E30-A869-8BE2420AD843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showMasterSp="1" showMasterPhAnim="0" matchingName="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2611960" name="Дата 3">
            <a:extLst xmlns:a="http://schemas.openxmlformats.org/drawingml/2006/main">
              <a:ext uri="{FF2B5EF4-FFF2-40B4-BE49-F238E27FC236}">
                <a16:creationId xmlns:a16="http://schemas.microsoft.com/office/drawing/2014/main" id="{42BD6833-0D88-4306-9027-78C63A44BA5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52F0272-0FEA-44CE-966E-3D169B2F53D4}" type="datetime1">
              <a:t>15.09.2026</a:t>
            </a:fld>
            <a:endParaRPr/>
          </a:p>
        </p:txBody>
      </p:sp>
      <p:sp>
        <p:nvSpPr>
          <p:cNvPr id="26636504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93A60C4-C096-47FF-A1A2-FD87123FE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67059858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11F8196-9AF4-4A3B-A0A8-C8F5EB1D51B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158293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29AE8D4-8D8A-446D-B362-F591252BB5E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9566170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9CB532E-8817-4960-BB02-3EDE59D1B8D9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33821779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F9A200C-2A04-4A5D-A749-7B84CE068D4E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50020649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E1DA45-459B-4BF0-A65B-65B9FECB80EF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06493368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AB69007-4728-4C21-A526-8034505BB622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3160650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EACD5C0-A86C-4507-8389-09E35F35DF72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33256912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1CBEF07-F953-4716-943B-F210F1A9F749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6495445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BF729ED-E41B-4C29-909A-24F56461DBB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974999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83CB3DF-1286-4BA3-89A0-08A50BDC69A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86192546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BAF2C16-BF1B-4167-A550-E8FFF12FFBFD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3239433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929A997-2F4B-44C6-BFDD-D7BFAD406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showMasterSp="1" showMasterPhAnim="0" matchingName="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3749017" name="Дата 3">
            <a:extLst xmlns:a="http://schemas.openxmlformats.org/drawingml/2006/main">
              <a:ext uri="{FF2B5EF4-FFF2-40B4-BE49-F238E27FC236}">
                <a16:creationId xmlns:a16="http://schemas.microsoft.com/office/drawing/2014/main" id="{0BC1BD97-93B3-4163-9C6C-059051F0BF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062B0DBE-B5A9-470E-85A9-7CC062D5339A}" type="datetime1">
              <a:t>15.09.2026</a:t>
            </a:fld>
            <a:endParaRPr/>
          </a:p>
        </p:txBody>
      </p:sp>
      <p:sp>
        <p:nvSpPr>
          <p:cNvPr id="103529559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EE1D012-6ECE-4565-835B-481367866B9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68152551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CD7B3C0-042F-419F-A2EB-B4803ED770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0404450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EEB7E7F-E75E-4B7C-BD88-AA3990C074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26191059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ADB0A18-3705-42B9-8359-C6CE8601F164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  <a:endParaRPr/>
          </a:p>
        </p:txBody>
      </p:sp>
      <p:sp>
        <p:nvSpPr>
          <p:cNvPr id="6498529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B452190-7833-4C39-ABD2-31598D00E5CF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53996641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A73074C-EB72-4457-8B92-3285D9420698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  <a:endParaRPr/>
          </a:p>
        </p:txBody>
      </p:sp>
      <p:sp>
        <p:nvSpPr>
          <p:cNvPr id="2614798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6DECD33-496E-4D10-A1C7-50144AACF9EF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  <a:endParaRPr/>
          </a:p>
        </p:txBody>
      </p:sp>
      <p:sp>
        <p:nvSpPr>
          <p:cNvPr id="158279560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27BE33-59B7-4538-A84E-396E4C8E35A0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  <a:endParaRPr/>
          </a:p>
        </p:txBody>
      </p:sp>
      <p:sp>
        <p:nvSpPr>
          <p:cNvPr id="43728052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F19802D-9C3E-4BFC-A322-395FCA63CB37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showMasterSp="1" showMasterPhAnim="0" matchingName="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71605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E013EBD-BAC2-4A91-B98E-6EFA05CA822B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3441702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02293F-47AA-4088-B9CF-D44BC222984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D396B86-640F-4AD1-BBB2-E085B6CD8771}" type="datetime1">
              <a:t>15.09.2026</a:t>
            </a:fld>
            <a:endParaRPr/>
          </a:p>
        </p:txBody>
      </p:sp>
      <p:sp>
        <p:nvSpPr>
          <p:cNvPr id="2106671728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2FE69306-3600-4BD2-98BB-EDFB19CDF72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10300595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4D8C03D-73A0-4BAF-9E64-F6F59A7E6D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03318929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8F4561-8C55-4D44-AE8F-89D0F546C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826941784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AB1A451A-17CE-4BDA-BE89-9213DBF2DA0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90623915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E10D970A-BCD4-41A2-B47A-6E105AA9098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21589817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55D874B-D907-4473-98BB-757FC74EAF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showMasterSp="1" showMasterPhAnim="0" matchingName="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41766241" name="Дата 3">
            <a:extLst xmlns:a="http://schemas.openxmlformats.org/drawingml/2006/main">
              <a:ext uri="{FF2B5EF4-FFF2-40B4-BE49-F238E27FC236}">
                <a16:creationId xmlns:a16="http://schemas.microsoft.com/office/drawing/2014/main" id="{0AC5707B-B7BA-4A2F-9DA1-6E9F926BD49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3AF0E63-1EB1-47F5-B09E-CA3E5DE528F3}" type="datetime1">
              <a:t>15.09.2026</a:t>
            </a:fld>
            <a:endParaRPr/>
          </a:p>
        </p:txBody>
      </p:sp>
      <p:sp>
        <p:nvSpPr>
          <p:cNvPr id="97792789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3E461C5-9594-4CB0-B31A-86DB43C0F2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42633963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739C6EC-E52F-4380-96E5-BD1534150AB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90635160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8BD96D8-D264-45F9-ABE4-7426A7DB0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336104082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29A6273-2546-42B6-AD0A-0565D27301B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3910967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32EA601D-F5CE-45F1-8247-0BEEBEF18C5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19495079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497DA2F8-BF9D-4936-AF1E-8285E9BE1967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99920680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0793B1D5-D335-4A69-9271-C00DF9B53FB0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showMasterSp="1" showMasterPhAnim="0" matchingName="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8572406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D65B455C-D200-4E32-922B-0348AEEFD8B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60636842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1E3D5EB-D4AD-495E-BA4A-DC53C61A8344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78906208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105F704-4C76-45E0-AC00-70EA893C812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5370114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359EA05-4709-4F24-B1B8-2B1E3B18BD65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0" y="1641283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521415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4BCB642-F765-41C8-B04B-1FF825823B2B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0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203022213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E93E190-4F38-431F-BD47-1EB323385F41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06260723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839C9F1-F81C-4FC6-A250-4CB6D0930C3D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70259145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3B4B8B-BA17-473E-9413-25A8721ABF5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0" y="3864598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17046726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3256C43-23A1-492D-9E7D-C416B0CB7C3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0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cxnSp>
        <p:nvCxnSpPr>
          <p:cNvPr id="203022217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022217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022217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022217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43294175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64B21324-27EE-4B23-98A0-5A3658CB9A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269759930" name="Дата 8">
            <a:extLst xmlns:a="http://schemas.openxmlformats.org/drawingml/2006/main">
              <a:ext uri="{FF2B5EF4-FFF2-40B4-BE49-F238E27FC236}">
                <a16:creationId xmlns:a16="http://schemas.microsoft.com/office/drawing/2014/main" id="{C8336E9B-D1E8-46B4-8934-2F6CA0294FE8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9D490EE5-ED7D-46E8-8345-A78A0CB0F4A4}" type="datetime1">
              <a:t>15.09.2026</a:t>
            </a:fld>
            <a:endParaRPr/>
          </a:p>
        </p:txBody>
      </p:sp>
      <p:sp>
        <p:nvSpPr>
          <p:cNvPr id="4610880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93CDDBC8-4E3E-4A8F-A850-A7B0C128F5F2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84403778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56689969-4596-4AFD-9459-1A60162434FC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showMasterSp="1" showMasterPhAnim="0" matchingName="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7869893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ADD64830-DC69-4FFA-8C34-A8119CE342DE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59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214367421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D56A47E-FEB4-46D5-AB5F-4F3208593D6C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6972648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A99098F1-E289-484E-B2AC-36DA1E28B836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53423663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3FCBFB5E-069B-4760-B58D-BB81296F05E6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549254647" name="Дата 3">
            <a:extLst xmlns:a="http://schemas.openxmlformats.org/drawingml/2006/main">
              <a:ext uri="{FF2B5EF4-FFF2-40B4-BE49-F238E27FC236}">
                <a16:creationId xmlns:a16="http://schemas.microsoft.com/office/drawing/2014/main" id="{FA5737DB-61D5-4465-BF12-5C60BFAF0C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C8C16AD-D907-4463-BE30-FCBB33ACAE3F}" type="datetime1">
              <a:t>15.09.2026</a:t>
            </a:fld>
            <a:endParaRPr/>
          </a:p>
        </p:txBody>
      </p:sp>
      <p:sp>
        <p:nvSpPr>
          <p:cNvPr id="189951155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2B6E040F-08CE-4499-AEA5-AB0DB2EB03E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7480018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8BF7B48-E973-4E40-9AE1-73398ADD201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  <a:endParaRPr/>
          </a:p>
        </p:txBody>
      </p:sp>
      <p:sp>
        <p:nvSpPr>
          <p:cNvPr id="19877531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3629E55-6E9B-4682-A86E-79F2789C8CC8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76438446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6F923757-A364-4086-ADBA-19BAEEC2B86C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744544956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15F5C843-DE0E-4F38-92B4-3692EB1E21B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43818744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AE6AA651-9808-4680-8197-6E5AECB511A6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211412538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A022F93-D2C3-465A-BB6B-21B83FC7E9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showMasterSp="1" showMasterPhAnim="0" matchingName="" preserve="0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1a44df7a7134486a" /><Relationship Type="http://schemas.openxmlformats.org/officeDocument/2006/relationships/theme" Target="/ppt/slideMasters/theme/theme2.xml" Id="R274e6facd8a041bf" /><Relationship Type="http://schemas.openxmlformats.org/officeDocument/2006/relationships/slideLayout" Target="/ppt/slideLayouts/slideLayout1.xml" Id="Re300ef6d9bf842b6" /><Relationship Type="http://schemas.openxmlformats.org/officeDocument/2006/relationships/slideLayout" Target="/ppt/slideLayouts/slideLayout2.xml" Id="R4a62bdbb78ab41d9" /><Relationship Type="http://schemas.openxmlformats.org/officeDocument/2006/relationships/slideLayout" Target="/ppt/slideLayouts/slideLayout3.xml" Id="Re543296be89e46e2" /><Relationship Type="http://schemas.openxmlformats.org/officeDocument/2006/relationships/slideLayout" Target="/ppt/slideLayouts/slideLayout4.xml" Id="Rd89748b9b83245af" /><Relationship Type="http://schemas.openxmlformats.org/officeDocument/2006/relationships/slideLayout" Target="/ppt/slideLayouts/slideLayout5.xml" Id="R5fbe3e74570940c1" /><Relationship Type="http://schemas.openxmlformats.org/officeDocument/2006/relationships/slideLayout" Target="/ppt/slideLayouts/slideLayout6.xml" Id="R25fbe169a3094b7b" /><Relationship Type="http://schemas.openxmlformats.org/officeDocument/2006/relationships/slideLayout" Target="/ppt/slideLayouts/slideLayout7.xml" Id="Re479e2061a8a46f6" /><Relationship Type="http://schemas.openxmlformats.org/officeDocument/2006/relationships/slideLayout" Target="/ppt/slideLayouts/slideLayout8.xml" Id="R3d0581306c9f479e" /><Relationship Type="http://schemas.openxmlformats.org/officeDocument/2006/relationships/slideLayout" Target="/ppt/slideLayouts/slideLayout9.xml" Id="R8f7404a00b824ea1" /><Relationship Type="http://schemas.openxmlformats.org/officeDocument/2006/relationships/slideLayout" Target="/ppt/slideLayouts/slideLayout10.xml" Id="R87de9996b5434687" /><Relationship Type="http://schemas.openxmlformats.org/officeDocument/2006/relationships/slideLayout" Target="/ppt/slideLayouts/slideLayout11.xml" Id="R733e8af970a64422" /><Relationship Type="http://schemas.openxmlformats.org/officeDocument/2006/relationships/slideLayout" Target="/ppt/slideLayouts/slideLayout12.xml" Id="Rbef36779490045fd" /><Relationship Type="http://schemas.openxmlformats.org/officeDocument/2006/relationships/slideLayout" Target="/ppt/slideLayouts/slideLayout13.xml" Id="R947f3de7c0f040e9" /><Relationship Type="http://schemas.openxmlformats.org/officeDocument/2006/relationships/slideLayout" Target="/ppt/slideLayouts/slideLayout14.xml" Id="Ra43cee301a2e467b" /><Relationship Type="http://schemas.openxmlformats.org/officeDocument/2006/relationships/slideLayout" Target="/ppt/slideLayouts/slideLayout15.xml" Id="R53b0462addef4e78" /><Relationship Type="http://schemas.openxmlformats.org/officeDocument/2006/relationships/slideLayout" Target="/ppt/slideLayouts/slideLayout16.xml" Id="R589ea4e05bfc4f6a" /><Relationship Type="http://schemas.openxmlformats.org/officeDocument/2006/relationships/slideLayout" Target="/ppt/slideLayouts/slideLayout17.xml" Id="R84a81f8a7f7a4be4" /><Relationship Type="http://schemas.openxmlformats.org/officeDocument/2006/relationships/slideLayout" Target="/ppt/slideLayouts/slideLayout18.xml" Id="R45008b1cef254ecb" /><Relationship Type="http://schemas.openxmlformats.org/officeDocument/2006/relationships/slideLayout" Target="/ppt/slideLayouts/slideLayout19.xml" Id="R4efef52f59854096" /><Relationship Type="http://schemas.openxmlformats.org/officeDocument/2006/relationships/slideLayout" Target="/ppt/slideLayouts/slideLayout20.xml" Id="R554c8b433df842a9" /><Relationship Type="http://schemas.openxmlformats.org/officeDocument/2006/relationships/slideLayout" Target="/ppt/slideLayouts/slideLayout21.xml" Id="R41a57883199d4069" /><Relationship Type="http://schemas.openxmlformats.org/officeDocument/2006/relationships/slideLayout" Target="/ppt/slideLayouts/slideLayout22.xml" Id="R0869f401afd94f82" /><Relationship Type="http://schemas.openxmlformats.org/officeDocument/2006/relationships/slideLayout" Target="/ppt/slideLayouts/slideLayout23.xml" Id="R1b0d790edfdb4722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a44df7a7134486a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6006663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85462A89-D885-4E4C-9E61-864DE85E56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70884918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A3D20CDA-ABCC-4CC5-A0A0-D3F8B909E5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00316309" name="Дата 3">
            <a:extLst xmlns:a="http://schemas.openxmlformats.org/drawingml/2006/main">
              <a:ext uri="{FF2B5EF4-FFF2-40B4-BE49-F238E27FC236}">
                <a16:creationId xmlns:a16="http://schemas.microsoft.com/office/drawing/2014/main" id="{04CD1020-E3DA-438F-97FB-6DF43F07D0C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D490EE5-ED7D-46E8-8345-A78A0CB0F4A4}" type="datetime1">
              <a:t>15.09.2026</a:t>
            </a:fld>
            <a:endParaRPr/>
          </a:p>
        </p:txBody>
      </p:sp>
      <p:sp>
        <p:nvSpPr>
          <p:cNvPr id="195733068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AD3F039-1B4A-4D1F-A40C-D8D56331AF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66819125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DCBE0BA-8C59-4583-BA2F-3CBEA49D672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3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00ef6d9bf842b6"/>
    <p:sldLayoutId xmlns:r="http://schemas.openxmlformats.org/officeDocument/2006/relationships" id="2147483650" r:id="R4a62bdbb78ab41d9"/>
    <p:sldLayoutId xmlns:r="http://schemas.openxmlformats.org/officeDocument/2006/relationships" id="2147483651" r:id="Re543296be89e46e2"/>
    <p:sldLayoutId xmlns:r="http://schemas.openxmlformats.org/officeDocument/2006/relationships" id="2147483652" r:id="Rd89748b9b83245af"/>
    <p:sldLayoutId xmlns:r="http://schemas.openxmlformats.org/officeDocument/2006/relationships" id="2147483653" r:id="R5fbe3e74570940c1"/>
    <p:sldLayoutId xmlns:r="http://schemas.openxmlformats.org/officeDocument/2006/relationships" id="2147483654" r:id="R25fbe169a3094b7b"/>
    <p:sldLayoutId xmlns:r="http://schemas.openxmlformats.org/officeDocument/2006/relationships" id="2147483655" r:id="Re479e2061a8a46f6"/>
    <p:sldLayoutId xmlns:r="http://schemas.openxmlformats.org/officeDocument/2006/relationships" id="2147483656" r:id="R3d0581306c9f479e"/>
    <p:sldLayoutId xmlns:r="http://schemas.openxmlformats.org/officeDocument/2006/relationships" id="2147483657" r:id="R8f7404a00b824ea1"/>
    <p:sldLayoutId xmlns:r="http://schemas.openxmlformats.org/officeDocument/2006/relationships" id="2147483658" r:id="R87de9996b5434687"/>
    <p:sldLayoutId xmlns:r="http://schemas.openxmlformats.org/officeDocument/2006/relationships" id="2147483659" r:id="R733e8af970a64422"/>
    <p:sldLayoutId xmlns:r="http://schemas.openxmlformats.org/officeDocument/2006/relationships" id="2147483660" r:id="Rbef36779490045fd"/>
    <p:sldLayoutId xmlns:r="http://schemas.openxmlformats.org/officeDocument/2006/relationships" id="2147483661" r:id="R947f3de7c0f040e9"/>
    <p:sldLayoutId xmlns:r="http://schemas.openxmlformats.org/officeDocument/2006/relationships" id="2147483662" r:id="Ra43cee301a2e467b"/>
    <p:sldLayoutId xmlns:r="http://schemas.openxmlformats.org/officeDocument/2006/relationships" id="2147483663" r:id="R53b0462addef4e78"/>
    <p:sldLayoutId xmlns:r="http://schemas.openxmlformats.org/officeDocument/2006/relationships" id="2147483664" r:id="R589ea4e05bfc4f6a"/>
    <p:sldLayoutId xmlns:r="http://schemas.openxmlformats.org/officeDocument/2006/relationships" id="2147483665" r:id="R84a81f8a7f7a4be4"/>
    <p:sldLayoutId xmlns:r="http://schemas.openxmlformats.org/officeDocument/2006/relationships" id="2147483666" r:id="R45008b1cef254ecb"/>
    <p:sldLayoutId xmlns:r="http://schemas.openxmlformats.org/officeDocument/2006/relationships" id="2147483667" r:id="R4efef52f59854096"/>
    <p:sldLayoutId xmlns:r="http://schemas.openxmlformats.org/officeDocument/2006/relationships" id="2147483668" r:id="R554c8b433df842a9"/>
    <p:sldLayoutId xmlns:r="http://schemas.openxmlformats.org/officeDocument/2006/relationships" id="2147483669" r:id="R41a57883199d4069"/>
    <p:sldLayoutId xmlns:r="http://schemas.openxmlformats.org/officeDocument/2006/relationships" id="2147483670" r:id="R0869f401afd94f82"/>
    <p:sldLayoutId xmlns:r="http://schemas.openxmlformats.org/officeDocument/2006/relationships" id="2147483671" r:id="R1b0d790edfdb4722"/>
  </p:sldLayoutIdLst>
  <p:hf sldNum="1" hdr="0" ftr="0" dt="0"/>
  <p:txStyles>
    <p:titleStyle>
      <a:lvl1pPr xmlns:a="http://schemas.openxmlformats.org/drawingml/2006/main" algn="l" defTabSz="578755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71f1097b24440" /><Relationship Type="http://schemas.openxmlformats.org/officeDocument/2006/relationships/notesSlide" Target="/ppt/notesSlides/notesSlide1.xml" Id="R3e705b200c3b4e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23e00560cb74d69" /><Relationship Type="http://schemas.openxmlformats.org/officeDocument/2006/relationships/image" Target="/ppt/media/image.png" Id="R0baf06917fc14ba9" /><Relationship Type="http://schemas.openxmlformats.org/officeDocument/2006/relationships/notesSlide" Target="/ppt/notesSlides/notesSlide2.xml" Id="R9839f3b5282244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d115985cd7c403f" /><Relationship Type="http://schemas.openxmlformats.org/officeDocument/2006/relationships/image" Target="/ppt/media/image.png" Id="Rcf1fa6166b4e4be5" /><Relationship Type="http://schemas.openxmlformats.org/officeDocument/2006/relationships/notesSlide" Target="/ppt/notesSlides/notesSlide3.xml" Id="Rf97f4438e9a549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c5b530556344a8c" /><Relationship Type="http://schemas.openxmlformats.org/officeDocument/2006/relationships/image" Target="/ppt/media/image.png" Id="R2de2d2222fd8490d" /><Relationship Type="http://schemas.openxmlformats.org/officeDocument/2006/relationships/notesSlide" Target="/ppt/notesSlides/notesSlide4.xml" Id="Re8c83b15bff840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0cf0e73833a4f12" /><Relationship Type="http://schemas.openxmlformats.org/officeDocument/2006/relationships/image" Target="/ppt/media/image.png" Id="R38a164d310474886" /><Relationship Type="http://schemas.openxmlformats.org/officeDocument/2006/relationships/image" Target="/ppt/media/image3.png" Id="R0416067c44a84642" /><Relationship Type="http://schemas.openxmlformats.org/officeDocument/2006/relationships/notesSlide" Target="/ppt/notesSlides/notesSlide5.xml" Id="Re6f75d197f3446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faf733c160d4bb6" /><Relationship Type="http://schemas.openxmlformats.org/officeDocument/2006/relationships/image" Target="/ppt/media/image.png" Id="Re5c5f06e1c144d17" /><Relationship Type="http://schemas.openxmlformats.org/officeDocument/2006/relationships/image" Target="/ppt/media/image4.png" Id="R1ca743d557934428" /><Relationship Type="http://schemas.openxmlformats.org/officeDocument/2006/relationships/notesSlide" Target="/ppt/notesSlides/notesSlide6.xml" Id="Rcbbdd9ec8b834f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d5f9007ee734244" /><Relationship Type="http://schemas.openxmlformats.org/officeDocument/2006/relationships/image" Target="/ppt/media/image.png" Id="Ra664cc31655a42db" /><Relationship Type="http://schemas.openxmlformats.org/officeDocument/2006/relationships/notesSlide" Target="/ppt/notesSlides/notesSlide7.xml" Id="R95a6ae33caf44c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1cfea04cd0940e4" /><Relationship Type="http://schemas.openxmlformats.org/officeDocument/2006/relationships/image" Target="/ppt/media/image.png" Id="Rc8fad10432d74d95" /><Relationship Type="http://schemas.openxmlformats.org/officeDocument/2006/relationships/image" Target="/ppt/media/image5.png" Id="R71781e4469224c25" /><Relationship Type="http://schemas.openxmlformats.org/officeDocument/2006/relationships/notesSlide" Target="/ppt/notesSlides/notesSlide8.xml" Id="R713804b5de344f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b616ed217834446" /><Relationship Type="http://schemas.openxmlformats.org/officeDocument/2006/relationships/image" Target="/ppt/media/image.png" Id="R2dbdf7a2f8a347ca" /><Relationship Type="http://schemas.openxmlformats.org/officeDocument/2006/relationships/notesSlide" Target="/ppt/notesSlides/notesSlide9.xml" Id="R5f31466964bc4d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e08fdd7de474204" /><Relationship Type="http://schemas.openxmlformats.org/officeDocument/2006/relationships/image" Target="/ppt/media/image.png" Id="Rf56bf7213f60404a" /><Relationship Type="http://schemas.openxmlformats.org/officeDocument/2006/relationships/image" Target="/ppt/media/image6.png" Id="Ra80a3c34795c44d2" /><Relationship Type="http://schemas.openxmlformats.org/officeDocument/2006/relationships/notesSlide" Target="/ppt/notesSlides/notesSlide10.xml" Id="R1a00082c3f1547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c4a8ad1e76948e7" /><Relationship Type="http://schemas.openxmlformats.org/officeDocument/2006/relationships/image" Target="/ppt/media/image.png" Id="R63fa2ff7d3894e3e" /><Relationship Type="http://schemas.openxmlformats.org/officeDocument/2006/relationships/notesSlide" Target="/ppt/notesSlides/notesSlide11.xml" Id="R572dcca9a7e14e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ba4d293cfe4a33" /><Relationship Type="http://schemas.openxmlformats.org/officeDocument/2006/relationships/image" Target="/ppt/media/image.png" Id="R66bd35b4bcc240ed" /><Relationship Type="http://schemas.openxmlformats.org/officeDocument/2006/relationships/notesSlide" Target="/ppt/notesSlides/notesSlide12.xml" Id="R4ecc1cfce84e4f90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830BB1A-0DEE-4916-A591-32EDDC36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67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4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ПЛАНЕР / PRIME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1F7354B-9311-415E-8387-917EB3F6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700087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Планирование и распределение</a:t>
            </a:r>
          </a:p>
          <a:p xmlns:a="http://schemas.openxmlformats.org/drawingml/2006/main">
            <a:pPr>
              <a:defRPr sz="247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беспилотных авиационных работ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77C698B-9326-4920-A375-E2399FB7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6096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Задача №5 Геоскана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ЛЦТ 2026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98DC72F-9769-4FE7-8FC4-7D8C2006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57850"/>
            <a:ext cx="628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Калеев Сергей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9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Миняев Револь</a:t>
            </a:r>
          </a:p>
        </p:txBody>
      </p:sp>
    </p:spTree>
    <p:extLst>
      <p:ext uri="{BB962C8B-B14F-4D97-AF65-F5344CB8AC3E}">
        <p14:creationId xmlns:p14="http://schemas.microsoft.com/office/powerpoint/2010/main" val="1730257179"/>
      </p:ext>
    </p:extLst>
  </p:cSld>
</p:sld>
</file>

<file path=ppt/slides/slide2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0baf06917fc14ba9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23EFD322-84BC-46BD-880D-FD7DE5F9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6C60F54-F10E-4F2C-9DA2-AA48F6B3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Какую задачу решаем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026CE6F9-5814-45F9-B262-03AA0FC1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11441C9-2421-4BC3-A121-BC513D03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Входные данные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B7B3A83-F2CE-4042-9D89-4C256C97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67640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Участки, работы и сроки.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Парк БВС, базы, погода и запреты.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E19EC14-D6E1-4C9D-B415-CC050D7D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Расчёт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786982E-196F-436F-94AA-DC9208A3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6225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Какие аппараты назначить, куда лететь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в какое время выполнять работы.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B9012EB0-BDD8-4731-922E-A233C5ED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Приоритет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59B51590-FB4E-4DD4-BA66-A8745B1C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4810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Раньше закончить всю миссию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или сократить суммарное время полётов.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5796D436-2FC4-4282-AB62-CA99762E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Результат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A914674F-A650-4C5F-A4D2-1851399E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3395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План на карте, ход симуляции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отчёт с результатами проверок.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3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cf1fa6166b4e4be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6341812E-1B57-47E9-B71A-5C1F48AE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2A98507-0F03-493C-90B2-F1B3A88F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 устроен сервис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82D7BE3-81A9-42F2-868A-6C632DA3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28650" y="1704975"/>
          <a:ext xmlns:a="http://schemas.openxmlformats.org/drawingml/2006/main" cx="10934700" cy="3571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76625"/>
                <a:gridCol w="7458075"/>
              </a:tblGrid>
              <a:tr h="71437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Часть системы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Назначение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Веб-интерфейс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Редактор, карта, выполнение и парк БВС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Расчёт на CPU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Маршруты, выбор аппаратов и расписание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Повторная проверка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Энергия, препятствия и разнесение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Хранение и экспорт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История миссий, JSON, KML и GeoJSON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67EACEE9-BF59-4001-A9CC-3DCE6053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React + Leaflet     TypeScript     IndexedDB     Docker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1913A58-8CD3-4A4F-8AC3-A8BECE0F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674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GPU не требуется. Карта и свежий прогноз используют внешние сервисы.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4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2de2d2222fd8490d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1E5B7944-5B4F-4C25-B78B-960E0AB5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AB66F92-1C9F-4CED-9A16-6ADA994E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 выбирается план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8094A5D-09BE-4D76-9191-FCFDE1FC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540A35A-0DC4-4904-A7C7-F55CFA7D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01  Маршруты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5EC3408-417A-4DE9-BAFF-A5EC1979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73355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Полосы съёмки, переходы и обход запретов.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0ADE2D5-79BF-4A55-ADD5-9E3516D5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9875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02  Аппараты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ABB3C869-4742-4C6B-84BD-CB8873F2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09875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Подходящий сенсор, текущий заряд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возможность повторного вылета.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A49CD4E4-BC1D-4B82-BF4D-8C08D274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03  Расписание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9E0DDB2-26E2-47CF-9E9B-E3D43011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8620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Окна работ, занятость баз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безопасное разнесение аппаратов.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7D0C01F7-E4BE-410E-B163-BB359911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04  Выбор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35008A8C-26A5-42B6-9062-FF8F0A5C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62525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Проверка кандидатов и сравнение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времени завершения с общим налётом.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5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38a164d310474886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386AD668-69E9-43D7-912E-07D6A39F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9931FC8-556B-4D1F-ACE0-07CDB642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Редактор миссии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FAC5B67-3AD8-4981-B8BF-7AA825AE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4F0EDA1-479A-42F7-B8F3-660B0591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Работы и участки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292A94-7297-48BC-A175-FB1F824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Своя территория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для каждой работы.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CA073C0-8003-47E5-B698-9FBF6152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Качество и срок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7A39AEF-1F75-47F7-86FB-E630C5CD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Высота съёмки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период выполнения.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2A6A181E-DD19-42AB-A374-01C9D1CB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Выбор БВС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0E7E3DB-67B6-4386-9705-C0204254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Автоматически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или вручную.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6067c44a84642"/>
          <a:stretch xmlns:a="http://schemas.openxmlformats.org/drawingml/2006/main"/>
        </p:blipFill>
        <p:spPr>
          <a:xfrm xmlns:a="http://schemas.openxmlformats.org/drawingml/2006/main">
            <a:off x="4252913" y="1562100"/>
            <a:ext cx="7286625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6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e5c5f06e1c144d17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BBDEC536-662C-43BC-B036-7438221B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9EA3260-6D4D-4BF2-9F3E-D72F0B52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Парк и батарея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A7B8740-B6EB-4D59-9118-BD590813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0747130-8E58-44F2-ABA1-2812FFF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Gemini, 801, 201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F10ABA2-3D7E-4276-A94C-C736CA20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Выбор модели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оборудования.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C333A94-B458-4BBF-B437-C1142F53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Текущий заряд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CD57C7C-6C50-4698-AF24-F3AD59C3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Повторный вылет,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если хватает ресурса.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1083938-79C1-4EDE-8699-2701CF53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База и состояние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CD71E6FC-B4BC-4F33-B715-E7E75FFD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Источник данных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виден оператору.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743d557934428"/>
          <a:stretch xmlns:a="http://schemas.openxmlformats.org/drawingml/2006/main"/>
        </p:blipFill>
        <p:spPr>
          <a:xfrm xmlns:a="http://schemas.openxmlformats.org/drawingml/2006/main">
            <a:off x="4252913" y="1562100"/>
            <a:ext cx="7286625" cy="4857750"/>
          </a:xfrm>
          <a:prstGeom xmlns:a="http://schemas.openxmlformats.org/drawingml/2006/main" prst="rect">
            <a:avLst/>
          </a:prstGeom>
        </p:spPr>
      </p:pic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5C07559A-F4E6-43BF-A8CA-F8F998E3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0"/>
            <a:ext cx="327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Связь с реальным БВС пока не подключена.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7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a664cc31655a42db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F65C674B-8D41-4F27-A4CA-0867C148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F8C3C1F-7662-4721-88C2-87670B7F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Три сценария защиты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D3DB207-9A90-4B9C-9542-8E06B1BC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28650" y="1743075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810000"/>
                <a:gridCol w="7124700"/>
              </a:tblGrid>
              <a:tr h="8572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Сценарий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демонстрируем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 Съёмка квадрата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 загрузки миссии до готового отчёта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2. KML экспертов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Обход препятствия, разнесение и ZIP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3. Не хватает заряда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Причина отказа и проверка исправления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FFA9EAF5-82C8-4E47-94B8-17378005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Каждый пример можно загрузить, изменить и пересчитать.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617D986-BC1A-45F6-BC34-67D0B547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Демо 2: исходный слой экспертов. Миссия и условия остаются модельными.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8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c8fad10432d74d9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42FF891C-B751-4BAA-9930-11E4CCFA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7C7E880-7F2F-4F1A-AAB0-1A2C2666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Препятствия из KML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A02CAE7-7145-409C-8AB9-6ED929E7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08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B6807D2-E6C8-4B6D-8934-3CBEBF42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3 201 объект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34C8E04-93D3-445C-A4C4-B4BCCE16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Полигоны и линии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из файла экспертов.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2C6143A-4C53-4BAB-9340-26816FF5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Обход сбоку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CFDE077-F198-4D9B-82D9-4066C485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Без подмены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системы высот.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60308488-06C3-4F41-B52B-0601DA0B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Полная проверка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599AAD4-124B-4EC7-A8DD-81DE7B7C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3105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Маршруты сверяются</a:t>
            </a:r>
          </a:p>
          <a:p xmlns:a="http://schemas.openxmlformats.org/drawingml/2006/main">
            <a:pPr>
              <a:def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со всем источником.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81e4469224c25"/>
          <a:stretch xmlns:a="http://schemas.openxmlformats.org/drawingml/2006/main"/>
        </p:blipFill>
        <p:spPr>
          <a:xfrm xmlns:a="http://schemas.openxmlformats.org/drawingml/2006/main">
            <a:off x="4252913" y="1562100"/>
            <a:ext cx="7286625" cy="4857750"/>
          </a:xfrm>
          <a:prstGeom xmlns:a="http://schemas.openxmlformats.org/drawingml/2006/main" prst="rect">
            <a:avLst/>
          </a:prstGeom>
        </p:spPr>
      </p:pic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3A76F9A1-55DD-42E8-A091-D1FD45C9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0"/>
            <a:ext cx="327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Без DEM перелёт сверху не заявлен.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9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2dbdf7a2f8a347ca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3F1F269A-ED0B-4DE4-A098-D35F8C9C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BE6F57F-4603-4906-A4D8-77487C2D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Результат сравнения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C3E9EA0-9C82-4DBD-BDDA-9CA5EA43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09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EFBAB91-0D78-477F-BCE1-3CF1EE39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Медианное сокращение по 10 сопоставимым задачам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28650" y="2428875"/>
          <a:ext xmlns:a="http://schemas.openxmlformats.org/drawingml/2006/main" cx="10934700" cy="23145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419600"/>
                <a:gridCol w="3067050"/>
                <a:gridCol w="3448050"/>
              </a:tblGrid>
              <a:tr h="77152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сокращаем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Против плана</a:t>
                      </a:r>
                    </a:p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 очереди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Против простого</a:t>
                      </a:r>
                    </a:p>
                    <a:p>
                      <a:r>
                        <a:rPr sz="1950" b="1">
                          <a:solidFill>
                            <a:srgbClr val="510E75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параллельного плана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Время завершения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37,34%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0,95%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Общее время полётов</a:t>
                      </a:r>
                    </a:p>
                  </a:txBody>
                  <a:tcPr marL="0" marR="190500" marT="114300" marB="114300"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3,28%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4212C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0,58%</a:t>
                      </a:r>
                    </a:p>
                  </a:txBody>
                  <a:tcPr marL="0" marR="190500" marT="114300" marB="114300" anchor="ctr">
                    <a:lnR w="0">
                      <a:solidFill>
                        <a:srgbClr val="FFFFFF"/>
                      </a:solidFill>
                    </a:lnR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C4E48F2C-0737-4ECD-9B65-440AA880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149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Весь набор: 21 задача, по 3 повтора.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0C364B64-B4DD-4B9D-A822-6888AF93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292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Полный план: 11 из 21 у нашего поиска, 10 из 21 у базовых алгоритмов.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449226A-170C-451C-BF7B-F54F4C0D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030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Неполные результаты сохранены. Глобальный оптимум не доказан.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10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f56bf7213f60404a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A507DCD5-18FA-42A7-8180-260A5C70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9BBEEAB-3740-4E96-B309-6D4543C4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получает эксперт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07850357-7AC2-44D1-8872-2AF6C76B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AD60F03-AB51-4529-AB5F-850B0C5D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4050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509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346A98B-69F5-4C04-8A9F-674F54A8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модульных тестов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E12D86D-A61B-4745-BF1A-02073BB3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328612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8 приёмочных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20 браузерных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2E0B1B6-D9F3-4216-A183-97660359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3286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ZIP с оригиналом KML</a:t>
            </a:r>
          </a:p>
          <a:p xmlns:a="http://schemas.openxmlformats.org/drawingml/2006/main">
            <a:pPr>
              <a:def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Журнал и SHA-256</a:t>
            </a:r>
          </a:p>
          <a:p xmlns:a="http://schemas.openxmlformats.org/drawingml/2006/main">
            <a:pPr>
              <a:def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Повторная проверка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a3c34795c44d2"/>
          <a:stretch xmlns:a="http://schemas.openxmlformats.org/drawingml/2006/main"/>
        </p:blipFill>
        <p:spPr>
          <a:xfrm xmlns:a="http://schemas.openxmlformats.org/drawingml/2006/main">
            <a:off x="4252913" y="1562100"/>
            <a:ext cx="7286625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11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63fa2ff7d3894e3e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D8C9F756-8AAD-4E91-8EF1-326929BA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65AFF87-8091-430C-B53C-7390A4AB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Границы решения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E4B853E-DBDA-4514-BDF9-76E5BC1F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B0F9770-1FF0-4EA5-BD51-A05B1AED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Работает сейчас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A5BE792-9DAA-4ED0-A881-08A4E8C2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0975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Планирование, симуляция,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экспорт и повторная проверка результата.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4F2DCE2-B0BD-4F7E-9A8E-3BFC36E9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Для реальных полётов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6598582-32BC-43CC-ADDB-610C332E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8610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Телеметрия, рельеф, калибровка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батареи и съёмки, испытания.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BC603CC-1238-42C8-80E9-B050C2F0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Для эксплуатации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7D1875E-4A3B-480B-89C7-E4EEA889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362450"/>
            <a:ext cx="7915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Серверная очередь, права доступа</a:t>
            </a:r>
          </a:p>
          <a:p xmlns:a="http://schemas.openxmlformats.org/drawingml/2006/main">
            <a:pPr>
              <a:def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 подключение автопилота.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07A67D25-1892-4514-8217-19E161B2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Паспортные характеристики и прогноз не заменяют реальные измерения.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66bd35b4bcc240ed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White body background">
            <a:extLst xmlns:a="http://schemas.openxmlformats.org/drawingml/2006/main">
              <a:ext uri="{FF2B5EF4-FFF2-40B4-BE49-F238E27FC236}">
                <a16:creationId xmlns:a16="http://schemas.microsoft.com/office/drawing/2014/main" id="{FD4BE310-EEAE-42A6-90A5-47314A5E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57300"/>
            <a:ext cx="121920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F59F792-70B7-4E26-B974-0F346AE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6324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и материалы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341B4FB-4454-4383-AEE0-42E986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77000"/>
            <a:ext cx="428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20017F5-7BF9-4DB5-AC08-0B78CD9B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43075"/>
            <a:ext cx="10668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Калеев Сергей</a:t>
            </a:r>
          </a:p>
          <a:p xmlns:a="http://schemas.openxmlformats.org/drawingml/2006/main">
            <a:pPr>
              <a:defRPr sz="2925" b="1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Миняев Револь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173D474-B510-4230-97F2-CB79B0BA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67100"/>
            <a:ext cx="1085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Исходный код и Docker-стенд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D2E0D3F-F705-4CBD-9CDC-A27B1E38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858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4212C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24212C"/>
                </a:solidFill>
                <a:latin typeface="Montserrat"/>
                <a:ea typeface="Montserrat"/>
                <a:cs typeface="Montserrat"/>
              </a:rPr>
              <a:t>Паспорт решения, инструкция и доказательства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27BE890-15D9-4CAB-82A0-80ECA9A5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10858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10E75"/>
                </a:solidFill>
                <a:latin typeface="Montserrat"/>
                <a:ea typeface="Montserrat"/>
                <a:cs typeface="Montserrat"/>
              </a:defRPr>
            </a:pPr>
            <a:r>
              <a:rPr sz="2250" b="0">
                <a:solidFill>
                  <a:srgbClr val="510E75"/>
                </a:solidFill>
                <a:latin typeface="Montserrat"/>
                <a:ea typeface="Montserrat"/>
                <a:cs typeface="Montserrat"/>
              </a:rPr>
              <a:t>github.com/MasterKSAF/prime-geoscan-lct2026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33ECDB8-68FB-4C77-9511-7FC8D8CE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769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5666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5C5666"/>
                </a:solidFill>
                <a:latin typeface="Montserrat"/>
                <a:ea typeface="Montserrat"/>
                <a:cs typeface="Montserrat"/>
              </a:rPr>
              <a:t>Начало проверки: README.md. Доступ экспертам предоставит владелец.</a:t>
            </a:r>
          </a:p>
        </p:txBody>
      </p:sp>
    </p:spTree>
    <p:extLst>
      <p:ext uri="{BB962C8B-B14F-4D97-AF65-F5344CB8AC3E}">
        <p14:creationId xmlns:p14="http://schemas.microsoft.com/office/powerpoint/2010/main" val="2129966987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2026-09-22T14:37:54.3360000Z</dcterms:created>
  <dcterms:modified xsi:type="dcterms:W3CDTF">2026-09-22T14:37:54.3360000Z</dcterms:modified>
</coreProperties>
</file>